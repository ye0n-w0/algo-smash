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2.xml" ContentType="application/vnd.openxmlformats-officedocument.presentationml.notesSlide+xml"/>
  <Override PartName="/ppt/ink/ink3.xml" ContentType="application/inkml+xml"/>
  <Override PartName="/ppt/notesSlides/notesSlide3.xml" ContentType="application/vnd.openxmlformats-officedocument.presentationml.notesSlide+xml"/>
  <Override PartName="/ppt/ink/ink4.xml" ContentType="application/inkml+xml"/>
  <Override PartName="/ppt/ink/ink5.xml" ContentType="application/inkml+xml"/>
  <Override PartName="/ppt/ink/ink6.xml" ContentType="application/inkml+xml"/>
  <Override PartName="/ppt/notesSlides/notesSlide4.xml" ContentType="application/vnd.openxmlformats-officedocument.presentationml.notesSlide+xml"/>
  <Override PartName="/ppt/ink/ink7.xml" ContentType="application/inkml+xml"/>
  <Override PartName="/ppt/ink/ink8.xml" ContentType="application/inkml+xml"/>
  <Override PartName="/ppt/notesSlides/notesSlide5.xml" ContentType="application/vnd.openxmlformats-officedocument.presentationml.notesSlide+xml"/>
  <Override PartName="/ppt/ink/ink9.xml" ContentType="application/inkml+xml"/>
  <Override PartName="/ppt/ink/ink10.xml" ContentType="application/inkml+xml"/>
  <Override PartName="/ppt/ink/ink11.xml" ContentType="application/inkml+xml"/>
  <Override PartName="/ppt/notesSlides/notesSlide6.xml" ContentType="application/vnd.openxmlformats-officedocument.presentationml.notesSlide+xml"/>
  <Override PartName="/ppt/ink/ink12.xml" ContentType="application/inkml+xml"/>
  <Override PartName="/ppt/ink/ink13.xml" ContentType="application/inkml+xml"/>
  <Override PartName="/ppt/ink/ink14.xml" ContentType="application/inkml+xml"/>
  <Override PartName="/ppt/notesSlides/notesSlide7.xml" ContentType="application/vnd.openxmlformats-officedocument.presentationml.notesSlide+xml"/>
  <Override PartName="/ppt/ink/ink15.xml" ContentType="application/inkml+xml"/>
  <Override PartName="/ppt/ink/ink16.xml" ContentType="application/inkml+xml"/>
  <Override PartName="/ppt/notesSlides/notesSlide8.xml" ContentType="application/vnd.openxmlformats-officedocument.presentationml.notesSlide+xml"/>
  <Override PartName="/ppt/ink/ink17.xml" ContentType="application/inkml+xml"/>
  <Override PartName="/ppt/ink/ink18.xml" ContentType="application/inkml+xml"/>
  <Override PartName="/ppt/notesSlides/notesSlide9.xml" ContentType="application/vnd.openxmlformats-officedocument.presentationml.notesSlide+xml"/>
  <Override PartName="/ppt/ink/ink19.xml" ContentType="application/inkml+xml"/>
  <Override PartName="/ppt/ink/ink20.xml" ContentType="application/inkml+xml"/>
  <Override PartName="/ppt/notesSlides/notesSlide10.xml" ContentType="application/vnd.openxmlformats-officedocument.presentationml.notesSlide+xml"/>
  <Override PartName="/ppt/ink/ink21.xml" ContentType="application/inkml+xml"/>
  <Override PartName="/ppt/ink/ink22.xml" ContentType="application/inkml+xml"/>
  <Override PartName="/ppt/notesSlides/notesSlide11.xml" ContentType="application/vnd.openxmlformats-officedocument.presentationml.notesSlide+xml"/>
  <Override PartName="/ppt/ink/ink23.xml" ContentType="application/inkml+xml"/>
  <Override PartName="/ppt/ink/ink24.xml" ContentType="application/inkml+xml"/>
  <Override PartName="/ppt/notesSlides/notesSlide12.xml" ContentType="application/vnd.openxmlformats-officedocument.presentationml.notesSlide+xml"/>
  <Override PartName="/ppt/ink/ink25.xml" ContentType="application/inkml+xml"/>
  <Override PartName="/ppt/ink/ink26.xml" ContentType="application/inkml+xml"/>
  <Override PartName="/ppt/notesSlides/notesSlide13.xml" ContentType="application/vnd.openxmlformats-officedocument.presentationml.notesSlide+xml"/>
  <Override PartName="/ppt/ink/ink27.xml" ContentType="application/inkml+xml"/>
  <Override PartName="/ppt/ink/ink28.xml" ContentType="application/inkml+xml"/>
  <Override PartName="/ppt/notesSlides/notesSlide14.xml" ContentType="application/vnd.openxmlformats-officedocument.presentationml.notesSlide+xml"/>
  <Override PartName="/ppt/ink/ink29.xml" ContentType="application/inkml+xml"/>
  <Override PartName="/ppt/ink/ink3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8" r:id="rId3"/>
    <p:sldId id="257" r:id="rId4"/>
    <p:sldId id="259" r:id="rId5"/>
    <p:sldId id="261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1" r:id="rId1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2" d="100"/>
          <a:sy n="52" d="100"/>
        </p:scale>
        <p:origin x="62" y="6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9:19:47.2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9:19:54.2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24044,'2828'41'0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9:19:47.2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9:19:47.2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9:38:41.3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16 24374,'8523'0'0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9:38:43.6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9:19:47.2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9:38:43.6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9:19:47.2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9:38:43.6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9:44:35.7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24407,'10160'41'0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9:19:47.2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9:38:43.6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9:52:25.6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24173,'4752'40'0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9:19:47.2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9:38:43.6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9:19:47.2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9:38:43.6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9:19:47.2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9:38:43.6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9:19:47.2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9:38:43.6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9:19:47.2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9:38:43.6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9:19:47.2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9:38:43.6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9:19:47.2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9:38:43.6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9:19:47.2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9:38:43.6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9F7CB7-244B-4A38-ABE8-712B26735355}" type="datetimeFigureOut">
              <a:rPr lang="ko-KR" altLang="en-US" smtClean="0"/>
              <a:t>2026-01-11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0E118B-1CA5-42CB-ADC3-DFF48098BF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51406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0E118B-1CA5-42CB-ADC3-DFF48098BF00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43548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827AC-629F-3141-3C04-47DF82301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6122746-55DA-EDE3-3E40-539914D233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793D417-0CE9-E1D7-0435-1AE1BF2F74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9AA6AB5-641F-D6F2-A1F5-1F3AB54BC8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0E118B-1CA5-42CB-ADC3-DFF48098BF00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96357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EF6FB7-7D31-39FB-1B5B-236B09ED3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8A3C19B-96EB-F266-EF5B-A5D219EA7F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26B0E3-D30E-AE76-73C4-580110D74D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8A8139A-43ED-0401-2446-C93532CD22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0E118B-1CA5-42CB-ADC3-DFF48098BF00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35414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DEA54-EE61-ACC3-69C8-6825A952C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50FBF11-5065-DAF2-7D30-03B08ABEF9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6929045-A393-11A7-64E1-753AD77338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D29713-1042-009E-513C-07055D74B0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0E118B-1CA5-42CB-ADC3-DFF48098BF00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40250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001B0-76EB-E407-E569-B44DE07BF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FD4A9B6-F907-AEAB-F2AB-DFA0BB1CF1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24BEB74-5585-8110-6104-68046A7848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E57C14A-9DFB-8972-B446-143EF4388A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0E118B-1CA5-42CB-ADC3-DFF48098BF00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13648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3C776-61E7-D3BE-430B-79505A27D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7A535D0-23C9-14E8-ABEC-74A3A7735B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72A3FAD-15D9-728A-3073-F46D588D37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590F7A6-2A2A-09C3-91BF-4C19DDA872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0E118B-1CA5-42CB-ADC3-DFF48098BF00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30504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663198-7C58-1A10-C13A-423DBE58B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E7BBDC0-FDA7-7445-3750-D0F90AB245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1F102BD-6025-8262-F669-7CA5069EA7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4AC8401-45F5-0318-CE61-3C0EAEE0D9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0E118B-1CA5-42CB-ADC3-DFF48098BF00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98556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5AE8B-8FE3-D48C-2139-FA75CBC6A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FA6D0F1-B836-D27F-A97A-A7AB9102AE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8654431-97D8-3B07-428C-5A61461D49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54D1890-C370-8066-0E2C-1586301BA4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0E118B-1CA5-42CB-ADC3-DFF48098BF00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79138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B879A-2732-DF15-A5D0-19BBEE293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ED55EF6-612E-35B5-764A-7D3EAC28A2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8448FE3-6FF6-10CE-78B9-4B11642B3F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E629DDD-BAF6-38BE-5194-4CC34A4B40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0E118B-1CA5-42CB-ADC3-DFF48098BF00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17781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1DFED9-185B-C667-0852-BDA2E9A48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D2E99C8-B08D-6C66-C8FA-DDA1956FC9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BF7672A-6009-7BA5-CC58-71A1587E33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74490DA-C0EE-80CF-521F-D065351BBD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0E118B-1CA5-42CB-ADC3-DFF48098BF00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07324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D94E9-C855-61B4-E524-10D2E97C2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EE87254-100A-8AA6-1C45-9951C4984F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BA08B4A-DB85-C39E-5282-FED7AB8B3B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C55D590-0E7C-EA9A-526E-8220EE2A94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0E118B-1CA5-42CB-ADC3-DFF48098BF00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48073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93886-B99B-856E-2F6B-B0D4086AB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03900C8-5304-53A5-019D-A5453E08DD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5A9B2B8-017D-A738-1D68-93DD852F9E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01368B1-A881-481F-24B5-7B3F9A5B7F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0E118B-1CA5-42CB-ADC3-DFF48098BF00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11497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27740-3D36-BC69-8F73-7480BBF60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F2E23DE-442B-CC8A-84CD-8EDCDF116C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80133B1-4975-566B-B850-BFF80CB8DA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E7B93A8-30D2-AF8D-0CEF-73B709C3DF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0E118B-1CA5-42CB-ADC3-DFF48098BF00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91226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80654-9DF7-9788-035E-064406812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1EF1CC2-6EFE-EE7B-FDB4-3301755742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4456B40-714A-0B2D-E07D-5437D00C7A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A5EC3BC-8253-52BC-857F-6E7EA3FC19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0E118B-1CA5-42CB-ADC3-DFF48098BF00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29050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BBC54E-70B4-9CA1-6880-5505BF76E8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F613E27-78FF-31B3-6930-A41C6A7D9F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A3C6226-9A15-F21E-2918-540A32CD3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D794-A630-4B7E-A236-906DAE6ED561}" type="datetimeFigureOut">
              <a:rPr lang="ko-KR" altLang="en-US" smtClean="0"/>
              <a:t>2026-01-11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A77F645-B707-4AA6-0A6B-1983034AE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B5F91BE-D883-0AD6-223D-A61C434CD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222D4-37BE-470E-87DE-D76CD9B70F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16398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C3B500-CA47-10FA-F85B-A9A059474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E549B8D-A053-1305-8397-63E6DE2445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D6EC53-5EA4-F3FF-85A3-B30116435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D794-A630-4B7E-A236-906DAE6ED561}" type="datetimeFigureOut">
              <a:rPr lang="ko-KR" altLang="en-US" smtClean="0"/>
              <a:t>2026-01-11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CE1BC8C-EE4E-7C5F-86AA-7FD67A356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0B8E74F-FEE4-58F2-DEB7-2548F463C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222D4-37BE-470E-87DE-D76CD9B70F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05898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28FA06-BB85-DAAC-20E6-3ED9DC7D3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58B967E-C7DA-7926-F496-57253F0628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D8EC9A2-7415-1A18-E441-1A058C15A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D794-A630-4B7E-A236-906DAE6ED561}" type="datetimeFigureOut">
              <a:rPr lang="ko-KR" altLang="en-US" smtClean="0"/>
              <a:t>2026-01-11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C0296B-C1BF-67F2-4D52-42FBD46E7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5318B9F-39EA-9E78-B6AE-F7FBD2E7D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222D4-37BE-470E-87DE-D76CD9B70F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4597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440255-A6E7-0B9A-BD20-A8D943660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DDADFE8-D0D3-28CE-0129-05E771DB30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6BF2DC2-0DDE-DAE6-A5E6-47C2086A43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92E7588-A83A-A02A-C1C9-E7B0CA975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D794-A630-4B7E-A236-906DAE6ED561}" type="datetimeFigureOut">
              <a:rPr lang="ko-KR" altLang="en-US" smtClean="0"/>
              <a:t>2026-01-11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01F0BF7-9261-41B2-8061-38C06ABDD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3066E65-B876-D356-CFCB-91D056E5B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222D4-37BE-470E-87DE-D76CD9B70F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6695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8A53B6-6D89-40CC-47DE-E29DAFAC7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B7B4F43-31EF-0F7F-9666-6452FE1CBD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9F47FB0-0CCC-8A8C-72DA-DD3963EB11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083197C-8D18-D4E3-0F0A-F90D4ADC12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3B6B43D-03E9-3586-CCD4-6698A380AC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2843E9D-D6FE-0C44-8BBB-D2771DDC9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D794-A630-4B7E-A236-906DAE6ED561}" type="datetimeFigureOut">
              <a:rPr lang="ko-KR" altLang="en-US" smtClean="0"/>
              <a:t>2026-01-11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C1B28F8-EE59-7F32-0403-404D35C7A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D324B17-EF59-F23E-441F-CE241FCE2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222D4-37BE-470E-87DE-D76CD9B70F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26449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EF9961-F409-3108-4D72-81C55606C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E70451E-42E0-BBD1-9280-DC907DF0E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D794-A630-4B7E-A236-906DAE6ED561}" type="datetimeFigureOut">
              <a:rPr lang="ko-KR" altLang="en-US" smtClean="0"/>
              <a:t>2026-01-11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64306DC-27E5-B38F-EC71-9EE888B9E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4196319-73F1-DD1C-6099-A289A9C2D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222D4-37BE-470E-87DE-D76CD9B70F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56731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D901811-0735-817B-14D1-15648B96D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D794-A630-4B7E-A236-906DAE6ED561}" type="datetimeFigureOut">
              <a:rPr lang="ko-KR" altLang="en-US" smtClean="0"/>
              <a:t>2026-01-11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46D2C3F-91FF-93C0-9855-2CE33F552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F8E67AD-D6CD-6AD8-48FC-298A95C58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222D4-37BE-470E-87DE-D76CD9B70F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30092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D7D8A6-5992-B60D-46ED-B94DF5B07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090D43-96F9-B872-A536-E0E0B095A8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818FF8A-3991-3A20-2588-B961E6B33A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F305143-F718-93E3-4647-43212E29D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D794-A630-4B7E-A236-906DAE6ED561}" type="datetimeFigureOut">
              <a:rPr lang="ko-KR" altLang="en-US" smtClean="0"/>
              <a:t>2026-01-11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C74721F-5823-D4E9-790F-A59F1D34C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9D02E4F-8E5F-FA1A-6E2D-DBA7BB627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222D4-37BE-470E-87DE-D76CD9B70F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9632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25A63E-19B6-B571-D3E8-5B0495E14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AA8D1AE-142C-B2FB-080F-312DBC8DC8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2665764-334B-0DC0-36B3-54F56B2D5F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D2E492E-2640-D80D-CE27-1EA9F6201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D794-A630-4B7E-A236-906DAE6ED561}" type="datetimeFigureOut">
              <a:rPr lang="ko-KR" altLang="en-US" smtClean="0"/>
              <a:t>2026-01-11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46D1149-030E-C1C2-5A61-EAC878C8B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957D09C-B58B-4847-5D89-BC0D30274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222D4-37BE-470E-87DE-D76CD9B70F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75432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46E098-CC8E-110A-8498-E93A70655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4FF34FF-5ED7-396D-2EC9-D570F9515E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95815D-E522-5EA0-8913-CEEB228A0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D794-A630-4B7E-A236-906DAE6ED561}" type="datetimeFigureOut">
              <a:rPr lang="ko-KR" altLang="en-US" smtClean="0"/>
              <a:t>2026-01-11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3DD1175-CF26-2BB6-F6E3-0381AA419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83B541-C908-F703-5F20-9175E97D4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222D4-37BE-470E-87DE-D76CD9B70F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30424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CC53F06-6FCC-BC0D-81B6-0A6941AD8E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D31453C-0821-81F8-0B5A-95BC6A3AB3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F6D2A42-B783-254F-26F9-FA96C1546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D794-A630-4B7E-A236-906DAE6ED561}" type="datetimeFigureOut">
              <a:rPr lang="ko-KR" altLang="en-US" smtClean="0"/>
              <a:t>2026-01-11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C54115B-A5DD-1890-D61C-4D5EAAF14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4E4BA84-AB36-68A8-1D26-C2C1D0DB4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222D4-37BE-470E-87DE-D76CD9B70F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4590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2915A77-CB70-5AF1-A712-A4E57C76A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37F574A-F774-932A-4DDF-2EDEBFACDB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26FDAA5-27A5-CA44-1BF8-5245D2F1B9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01D794-A630-4B7E-A236-906DAE6ED561}" type="datetimeFigureOut">
              <a:rPr lang="ko-KR" altLang="en-US" smtClean="0"/>
              <a:t>2026-01-11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1AB465E-CCF7-1A05-5BAC-FE39A7680F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20BF90D-3BC7-05B3-C229-D4D4CC29A8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5222D4-37BE-470E-87DE-D76CD9B70F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035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.png"/><Relationship Id="rId7" Type="http://schemas.openxmlformats.org/officeDocument/2006/relationships/customXml" Target="../ink/ink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customXml" Target="../ink/ink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customXml" Target="../ink/ink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customXml" Target="../ink/ink4.xml"/><Relationship Id="rId7" Type="http://schemas.openxmlformats.org/officeDocument/2006/relationships/customXml" Target="../ink/ink5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5.png"/><Relationship Id="rId9" Type="http://schemas.openxmlformats.org/officeDocument/2006/relationships/customXml" Target="../ink/ink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8.xml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ustomXml" Target="../ink/ink11.xml"/><Relationship Id="rId3" Type="http://schemas.openxmlformats.org/officeDocument/2006/relationships/customXml" Target="../ink/ink9.xml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customXml" Target="../ink/ink10.xml"/><Relationship Id="rId4" Type="http://schemas.openxmlformats.org/officeDocument/2006/relationships/image" Target="../media/image5.png"/><Relationship Id="rId9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14.xml"/><Relationship Id="rId3" Type="http://schemas.openxmlformats.org/officeDocument/2006/relationships/customXml" Target="../ink/ink12.xml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customXml" Target="../ink/ink13.xml"/><Relationship Id="rId4" Type="http://schemas.openxmlformats.org/officeDocument/2006/relationships/image" Target="../media/image5.png"/><Relationship Id="rId9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customXml" Target="../ink/ink16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7.xml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customXml" Target="../ink/ink18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9.xml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customXml" Target="../ink/ink20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1.xml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customXml" Target="../ink/ink22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23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customXml" Target="../ink/ink24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25.xml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customXml" Target="../ink/ink26.xml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27.xml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customXml" Target="../ink/ink28.xml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ustomXml" Target="../ink/ink29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customXml" Target="../ink/ink30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8E764C-FABC-886C-D9AD-A599A35F69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743385"/>
          </a:xfrm>
        </p:spPr>
        <p:txBody>
          <a:bodyPr/>
          <a:lstStyle/>
          <a:p>
            <a:r>
              <a:rPr lang="ko-KR" altLang="en-US" dirty="0" err="1"/>
              <a:t>코테</a:t>
            </a:r>
            <a:r>
              <a:rPr lang="ko-KR" altLang="en-US" dirty="0"/>
              <a:t> 준비 스터디 </a:t>
            </a:r>
            <a:r>
              <a:rPr lang="en-US" altLang="ko-KR" dirty="0"/>
              <a:t>Week 1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0387944-597D-9BA9-C2CB-64A80129AD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770722"/>
            <a:ext cx="9144000" cy="1487078"/>
          </a:xfrm>
        </p:spPr>
        <p:txBody>
          <a:bodyPr/>
          <a:lstStyle/>
          <a:p>
            <a:pPr algn="r"/>
            <a:r>
              <a:rPr lang="en-US" altLang="ko-KR" dirty="0"/>
              <a:t>20231595 </a:t>
            </a:r>
            <a:r>
              <a:rPr lang="ko-KR" altLang="en-US" dirty="0"/>
              <a:t>임소현</a:t>
            </a:r>
          </a:p>
        </p:txBody>
      </p:sp>
    </p:spTree>
    <p:extLst>
      <p:ext uri="{BB962C8B-B14F-4D97-AF65-F5344CB8AC3E}">
        <p14:creationId xmlns:p14="http://schemas.microsoft.com/office/powerpoint/2010/main" val="14144420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A0E720-AC6E-A821-17E9-342249071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0. </a:t>
            </a:r>
            <a:r>
              <a:rPr lang="ko-KR" altLang="en-US" dirty="0"/>
              <a:t>전체적인 계획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83E9594-F088-5BAF-8C01-2317B53E26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r>
              <a:rPr lang="ko-KR" altLang="en-US" dirty="0"/>
              <a:t>월 목표</a:t>
            </a:r>
            <a:r>
              <a:rPr lang="en-US" altLang="ko-KR" dirty="0"/>
              <a:t>: C++</a:t>
            </a:r>
            <a:r>
              <a:rPr lang="ko-KR" altLang="en-US" dirty="0"/>
              <a:t>의 </a:t>
            </a:r>
            <a:r>
              <a:rPr lang="en-US" altLang="ko-KR" dirty="0"/>
              <a:t>STL </a:t>
            </a:r>
            <a:r>
              <a:rPr lang="ko-KR" altLang="en-US" dirty="0"/>
              <a:t>및 표준 라이브러리 함수 익히기 </a:t>
            </a:r>
            <a:r>
              <a:rPr lang="en-US" altLang="ko-KR" dirty="0"/>
              <a:t>&amp; </a:t>
            </a:r>
            <a:r>
              <a:rPr lang="ko-KR" altLang="en-US" dirty="0"/>
              <a:t>자료구조 활용 및 알고리즘 구현 능력 개선</a:t>
            </a:r>
            <a:endParaRPr lang="en-US" altLang="ko-KR" dirty="0"/>
          </a:p>
          <a:p>
            <a:r>
              <a:rPr lang="ko-KR" altLang="en-US" dirty="0"/>
              <a:t>학습 방법</a:t>
            </a:r>
            <a:r>
              <a:rPr lang="en-US" altLang="ko-KR" dirty="0"/>
              <a:t>: </a:t>
            </a:r>
          </a:p>
          <a:p>
            <a:pPr marL="0" indent="0">
              <a:buNone/>
            </a:pPr>
            <a:r>
              <a:rPr lang="en-US" altLang="ko-KR" dirty="0"/>
              <a:t>	- </a:t>
            </a:r>
            <a:r>
              <a:rPr lang="ko-KR" altLang="en-US" dirty="0"/>
              <a:t>알고리즘을 구현하기</a:t>
            </a:r>
            <a:r>
              <a:rPr lang="en-US" altLang="ko-KR" dirty="0"/>
              <a:t>-&gt; </a:t>
            </a:r>
            <a:r>
              <a:rPr lang="ko-KR" altLang="en-US" dirty="0"/>
              <a:t>구현 시</a:t>
            </a:r>
            <a:r>
              <a:rPr lang="en-US" altLang="ko-KR" dirty="0"/>
              <a:t> </a:t>
            </a:r>
            <a:r>
              <a:rPr lang="ko-KR" altLang="en-US" dirty="0"/>
              <a:t>사용할 </a:t>
            </a:r>
            <a:r>
              <a:rPr lang="en-US" altLang="ko-KR" dirty="0"/>
              <a:t>C++</a:t>
            </a:r>
            <a:r>
              <a:rPr lang="ko-KR" altLang="en-US" dirty="0"/>
              <a:t>의 </a:t>
            </a:r>
            <a:r>
              <a:rPr lang="en-US" altLang="ko-KR" dirty="0"/>
              <a:t>STL &amp; </a:t>
            </a:r>
            <a:r>
              <a:rPr lang="ko-KR" altLang="en-US" dirty="0"/>
              <a:t>함수들을 함께 학습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	- </a:t>
            </a:r>
            <a:r>
              <a:rPr lang="ko-KR" altLang="en-US" dirty="0"/>
              <a:t>날마다 개념 학습 </a:t>
            </a:r>
            <a:r>
              <a:rPr lang="en-US" altLang="ko-KR" dirty="0"/>
              <a:t>-&gt; </a:t>
            </a:r>
            <a:r>
              <a:rPr lang="ko-KR" altLang="en-US" dirty="0"/>
              <a:t>백준 </a:t>
            </a:r>
            <a:r>
              <a:rPr lang="en-US" altLang="ko-KR" dirty="0"/>
              <a:t>2</a:t>
            </a:r>
            <a:r>
              <a:rPr lang="ko-KR" altLang="en-US" dirty="0"/>
              <a:t>문제 풀기</a:t>
            </a:r>
            <a:endParaRPr lang="en-US" altLang="ko-KR" dirty="0"/>
          </a:p>
          <a:p>
            <a:r>
              <a:rPr lang="en-US" altLang="ko-KR" dirty="0"/>
              <a:t>1</a:t>
            </a:r>
            <a:r>
              <a:rPr lang="ko-KR" altLang="en-US" dirty="0"/>
              <a:t>주차 목표</a:t>
            </a:r>
            <a:r>
              <a:rPr lang="en-US" altLang="ko-KR" dirty="0"/>
              <a:t>:</a:t>
            </a:r>
          </a:p>
          <a:p>
            <a:pPr marL="0" indent="0">
              <a:buNone/>
            </a:pPr>
            <a:r>
              <a:rPr lang="en-US" altLang="ko-KR" dirty="0"/>
              <a:t>	- sort,</a:t>
            </a:r>
            <a:r>
              <a:rPr lang="ko-KR" altLang="en-US" dirty="0"/>
              <a:t> </a:t>
            </a:r>
            <a:r>
              <a:rPr lang="en-US" altLang="ko-KR" dirty="0"/>
              <a:t>binary search </a:t>
            </a:r>
            <a:r>
              <a:rPr lang="ko-KR" altLang="en-US" dirty="0"/>
              <a:t>구현</a:t>
            </a:r>
            <a:r>
              <a:rPr lang="en-US" altLang="ko-KR" dirty="0"/>
              <a:t> </a:t>
            </a:r>
            <a:r>
              <a:rPr lang="ko-KR" altLang="en-US" dirty="0"/>
              <a:t>및 활용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97227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8802E2-DAC5-DFD3-9CF5-6C4702C12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정렬</a:t>
            </a:r>
          </a:p>
        </p:txBody>
      </p:sp>
      <p:pic>
        <p:nvPicPr>
          <p:cNvPr id="5" name="내용 개체 틀 4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3FE7C2B-C5C3-8A58-D37B-24AC4E67F5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2578167" cy="4351338"/>
          </a:xfrm>
          <a:prstGeom prst="rect">
            <a:avLst/>
          </a:prstGeom>
        </p:spPr>
      </p:pic>
      <p:pic>
        <p:nvPicPr>
          <p:cNvPr id="7" name="그림 6" descr="텍스트, 스크린샷, 소프트웨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84394D5-35A6-E2D4-1606-EEF93AA2B9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9568" y="1690688"/>
            <a:ext cx="3210745" cy="435133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C7B5409-B368-381F-5655-BF5EAF03C022}"/>
              </a:ext>
            </a:extLst>
          </p:cNvPr>
          <p:cNvSpPr txBox="1"/>
          <p:nvPr/>
        </p:nvSpPr>
        <p:spPr>
          <a:xfrm>
            <a:off x="7005484" y="1690688"/>
            <a:ext cx="45715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/>
              <a:t>등 개념 정리 </a:t>
            </a:r>
            <a:r>
              <a:rPr lang="en-US" altLang="ko-KR" sz="2800" dirty="0"/>
              <a:t>&amp; </a:t>
            </a:r>
            <a:r>
              <a:rPr lang="ko-KR" altLang="en-US" sz="2800" dirty="0"/>
              <a:t>학습</a:t>
            </a:r>
          </a:p>
        </p:txBody>
      </p:sp>
    </p:spTree>
    <p:extLst>
      <p:ext uri="{BB962C8B-B14F-4D97-AF65-F5344CB8AC3E}">
        <p14:creationId xmlns:p14="http://schemas.microsoft.com/office/powerpoint/2010/main" val="167565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44991-D777-487A-F930-A94333B34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547985-BD04-39B6-A044-4C3B08115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정렬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B672B0-3710-9DED-9180-15276A3471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BOJ 2751. </a:t>
            </a:r>
            <a:r>
              <a:rPr lang="ko-KR" altLang="en-US" dirty="0"/>
              <a:t>수 정렬하기</a:t>
            </a:r>
          </a:p>
        </p:txBody>
      </p:sp>
      <p:pic>
        <p:nvPicPr>
          <p:cNvPr id="5" name="그림 4" descr="텍스트, 스크린샷, 번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08E88BB-D2D7-DDA5-F83E-9D4E5E61949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835" r="5215" b="54483"/>
          <a:stretch>
            <a:fillRect/>
          </a:stretch>
        </p:blipFill>
        <p:spPr>
          <a:xfrm>
            <a:off x="646700" y="2295525"/>
            <a:ext cx="5613913" cy="2480039"/>
          </a:xfrm>
          <a:prstGeom prst="rect">
            <a:avLst/>
          </a:prstGeom>
        </p:spPr>
      </p:pic>
      <p:pic>
        <p:nvPicPr>
          <p:cNvPr id="6" name="그림 5" descr="텍스트, 스크린샷, 번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050A530-4D72-14D2-5A95-493B9B3CEFE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7496" r="71890" b="29517"/>
          <a:stretch>
            <a:fillRect/>
          </a:stretch>
        </p:blipFill>
        <p:spPr>
          <a:xfrm>
            <a:off x="646700" y="4801347"/>
            <a:ext cx="1815336" cy="1845516"/>
          </a:xfrm>
          <a:prstGeom prst="rect">
            <a:avLst/>
          </a:prstGeom>
        </p:spPr>
      </p:pic>
      <p:pic>
        <p:nvPicPr>
          <p:cNvPr id="8" name="그림 7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B063B2D-BF84-C0C6-0C37-C9854680BF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2113" y="856157"/>
            <a:ext cx="3542071" cy="5636718"/>
          </a:xfrm>
          <a:prstGeom prst="rect">
            <a:avLst/>
          </a:prstGeom>
        </p:spPr>
      </p:pic>
      <p:pic>
        <p:nvPicPr>
          <p:cNvPr id="9" name="그림 8" descr="텍스트, 스크린샷, 번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7A91BD6-8287-283E-2006-7E099617EA5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5037" r="71890"/>
          <a:stretch>
            <a:fillRect/>
          </a:stretch>
        </p:blipFill>
        <p:spPr>
          <a:xfrm>
            <a:off x="2653536" y="4801347"/>
            <a:ext cx="1815336" cy="200417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2" name="잉크 11">
                <a:extLst>
                  <a:ext uri="{FF2B5EF4-FFF2-40B4-BE49-F238E27FC236}">
                    <a16:creationId xmlns:a16="http://schemas.microsoft.com/office/drawing/2014/main" id="{6D789995-1669-BC20-A687-63C6130BFFB0}"/>
                  </a:ext>
                </a:extLst>
              </p14:cNvPr>
              <p14:cNvContentPartPr/>
              <p14:nvPr/>
            </p14:nvContentPartPr>
            <p14:xfrm>
              <a:off x="6606871" y="-1106756"/>
              <a:ext cx="360" cy="360"/>
            </p14:xfrm>
          </p:contentPart>
        </mc:Choice>
        <mc:Fallback>
          <p:pic>
            <p:nvPicPr>
              <p:cNvPr id="12" name="잉크 11">
                <a:extLst>
                  <a:ext uri="{FF2B5EF4-FFF2-40B4-BE49-F238E27FC236}">
                    <a16:creationId xmlns:a16="http://schemas.microsoft.com/office/drawing/2014/main" id="{6D789995-1669-BC20-A687-63C6130BFFB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600751" y="-1112876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4" name="잉크 13">
                <a:extLst>
                  <a:ext uri="{FF2B5EF4-FFF2-40B4-BE49-F238E27FC236}">
                    <a16:creationId xmlns:a16="http://schemas.microsoft.com/office/drawing/2014/main" id="{0E5AB416-E06C-807B-A4B5-B37C762C8B29}"/>
                  </a:ext>
                </a:extLst>
              </p14:cNvPr>
              <p14:cNvContentPartPr/>
              <p14:nvPr/>
            </p14:nvContentPartPr>
            <p14:xfrm>
              <a:off x="3096511" y="3981484"/>
              <a:ext cx="1018440" cy="15120"/>
            </p14:xfrm>
          </p:contentPart>
        </mc:Choice>
        <mc:Fallback>
          <p:pic>
            <p:nvPicPr>
              <p:cNvPr id="14" name="잉크 13">
                <a:extLst>
                  <a:ext uri="{FF2B5EF4-FFF2-40B4-BE49-F238E27FC236}">
                    <a16:creationId xmlns:a16="http://schemas.microsoft.com/office/drawing/2014/main" id="{0E5AB416-E06C-807B-A4B5-B37C762C8B2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090391" y="3975364"/>
                <a:ext cx="1030680" cy="27360"/>
              </a:xfrm>
              <a:prstGeom prst="rect">
                <a:avLst/>
              </a:prstGeom>
            </p:spPr>
          </p:pic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B83CEE80-D20E-B9BA-BF9D-53C48EB5E29F}"/>
              </a:ext>
            </a:extLst>
          </p:cNvPr>
          <p:cNvSpPr txBox="1"/>
          <p:nvPr/>
        </p:nvSpPr>
        <p:spPr>
          <a:xfrm>
            <a:off x="10132142" y="856157"/>
            <a:ext cx="184528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/>
              <a:t>수가 중복 </a:t>
            </a:r>
            <a:r>
              <a:rPr lang="en-US" altLang="ko-KR" sz="2000" dirty="0"/>
              <a:t>X</a:t>
            </a:r>
          </a:p>
          <a:p>
            <a:r>
              <a:rPr lang="en-US" altLang="ko-KR" sz="2000" dirty="0"/>
              <a:t>-&gt; </a:t>
            </a:r>
            <a:r>
              <a:rPr lang="ko-KR" altLang="en-US" sz="2000" dirty="0"/>
              <a:t>안정 정렬</a:t>
            </a:r>
            <a:endParaRPr lang="en-US" altLang="ko-KR" sz="2000" dirty="0"/>
          </a:p>
          <a:p>
            <a:r>
              <a:rPr lang="ko-KR" altLang="en-US" sz="2000" dirty="0"/>
              <a:t>필요 </a:t>
            </a:r>
            <a:r>
              <a:rPr lang="en-US" altLang="ko-KR" sz="2000" dirty="0"/>
              <a:t>X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1563043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61A612-45E9-6AAD-3B0E-88F22EC15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E2EE21-9CCF-8163-A676-CA4508AD3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정렬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E7A05EC-C300-44F0-B45D-2B4EA52E54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BOJ 2751. </a:t>
            </a:r>
            <a:r>
              <a:rPr lang="ko-KR" altLang="en-US" dirty="0"/>
              <a:t>수 정렬하기</a:t>
            </a:r>
            <a:endParaRPr lang="en-US" altLang="ko-KR" dirty="0"/>
          </a:p>
          <a:p>
            <a:pPr lvl="1"/>
            <a:r>
              <a:rPr lang="ko-KR" altLang="en-US" dirty="0"/>
              <a:t>추가학습</a:t>
            </a:r>
            <a:r>
              <a:rPr lang="en-US" altLang="ko-KR" dirty="0"/>
              <a:t>:</a:t>
            </a:r>
          </a:p>
          <a:p>
            <a:pPr marL="457200" lvl="1" indent="0">
              <a:buNone/>
            </a:pPr>
            <a:r>
              <a:rPr lang="en-US" altLang="ko-KR" dirty="0"/>
              <a:t>	- vector </a:t>
            </a:r>
            <a:r>
              <a:rPr lang="ko-KR" altLang="en-US" dirty="0"/>
              <a:t>개념</a:t>
            </a:r>
            <a:r>
              <a:rPr lang="en-US" altLang="ko-KR" dirty="0"/>
              <a:t>, </a:t>
            </a:r>
            <a:r>
              <a:rPr lang="ko-KR" altLang="en-US" dirty="0"/>
              <a:t>선언 </a:t>
            </a:r>
            <a:r>
              <a:rPr lang="en-US" altLang="ko-KR" dirty="0"/>
              <a:t>&amp; </a:t>
            </a:r>
            <a:r>
              <a:rPr lang="ko-KR" altLang="en-US" dirty="0"/>
              <a:t>활용 방법</a:t>
            </a:r>
            <a:endParaRPr lang="en-US" altLang="ko-KR" dirty="0"/>
          </a:p>
          <a:p>
            <a:pPr marL="1828800" lvl="4" indent="0">
              <a:buNone/>
            </a:pPr>
            <a:r>
              <a:rPr lang="en-US" altLang="ko-KR" dirty="0"/>
              <a:t>  </a:t>
            </a:r>
            <a:endParaRPr lang="ko-KR" altLang="en-US" dirty="0"/>
          </a:p>
        </p:txBody>
      </p:sp>
      <p:pic>
        <p:nvPicPr>
          <p:cNvPr id="8" name="그림 7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B867E87-5630-EFE7-822C-3FD599419F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2113" y="856157"/>
            <a:ext cx="3542071" cy="563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2" name="잉크 11">
                <a:extLst>
                  <a:ext uri="{FF2B5EF4-FFF2-40B4-BE49-F238E27FC236}">
                    <a16:creationId xmlns:a16="http://schemas.microsoft.com/office/drawing/2014/main" id="{C68671EE-71A0-6538-A802-B76AB723A8FC}"/>
                  </a:ext>
                </a:extLst>
              </p14:cNvPr>
              <p14:cNvContentPartPr/>
              <p14:nvPr/>
            </p14:nvContentPartPr>
            <p14:xfrm>
              <a:off x="6606871" y="-1106756"/>
              <a:ext cx="360" cy="360"/>
            </p14:xfrm>
          </p:contentPart>
        </mc:Choice>
        <mc:Fallback>
          <p:pic>
            <p:nvPicPr>
              <p:cNvPr id="12" name="잉크 11">
                <a:extLst>
                  <a:ext uri="{FF2B5EF4-FFF2-40B4-BE49-F238E27FC236}">
                    <a16:creationId xmlns:a16="http://schemas.microsoft.com/office/drawing/2014/main" id="{C68671EE-71A0-6538-A802-B76AB723A8F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600751" y="-1112876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1A6AED42-C21B-762B-9C02-AEB367A09FF6}"/>
              </a:ext>
            </a:extLst>
          </p:cNvPr>
          <p:cNvSpPr txBox="1"/>
          <p:nvPr/>
        </p:nvSpPr>
        <p:spPr>
          <a:xfrm>
            <a:off x="10132142" y="856157"/>
            <a:ext cx="184528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/>
              <a:t>수가 중복 </a:t>
            </a:r>
            <a:r>
              <a:rPr lang="en-US" altLang="ko-KR" sz="2000" dirty="0"/>
              <a:t>X</a:t>
            </a:r>
          </a:p>
          <a:p>
            <a:r>
              <a:rPr lang="en-US" altLang="ko-KR" sz="2000" dirty="0"/>
              <a:t>-&gt; </a:t>
            </a:r>
            <a:r>
              <a:rPr lang="ko-KR" altLang="en-US" sz="2000" dirty="0"/>
              <a:t>안정 정렬</a:t>
            </a:r>
            <a:endParaRPr lang="en-US" altLang="ko-KR" sz="2000" dirty="0"/>
          </a:p>
          <a:p>
            <a:r>
              <a:rPr lang="ko-KR" altLang="en-US" sz="2000" dirty="0"/>
              <a:t>필요 </a:t>
            </a:r>
            <a:r>
              <a:rPr lang="en-US" altLang="ko-KR" sz="2000" dirty="0"/>
              <a:t>X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2931936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FE5DA6-3B1B-AA00-FF69-AF70A6E6C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09D5C4-1C33-5105-8350-E9484D892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정렬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2D7B675-7EFB-21A3-AE8C-E4C655760D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BOJ 10814. </a:t>
            </a:r>
            <a:r>
              <a:rPr lang="ko-KR" altLang="en-US" dirty="0"/>
              <a:t>나이순 정렬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2" name="잉크 11">
                <a:extLst>
                  <a:ext uri="{FF2B5EF4-FFF2-40B4-BE49-F238E27FC236}">
                    <a16:creationId xmlns:a16="http://schemas.microsoft.com/office/drawing/2014/main" id="{AC358B31-D3A9-8558-8768-6AEF95804B7E}"/>
                  </a:ext>
                </a:extLst>
              </p14:cNvPr>
              <p14:cNvContentPartPr/>
              <p14:nvPr/>
            </p14:nvContentPartPr>
            <p14:xfrm>
              <a:off x="6606871" y="-1106756"/>
              <a:ext cx="360" cy="360"/>
            </p14:xfrm>
          </p:contentPart>
        </mc:Choice>
        <mc:Fallback>
          <p:pic>
            <p:nvPicPr>
              <p:cNvPr id="12" name="잉크 11">
                <a:extLst>
                  <a:ext uri="{FF2B5EF4-FFF2-40B4-BE49-F238E27FC236}">
                    <a16:creationId xmlns:a16="http://schemas.microsoft.com/office/drawing/2014/main" id="{AC358B31-D3A9-8558-8768-6AEF95804B7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600751" y="-1112876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7" name="그림 6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2D0B975-7D69-9BCA-F99A-541CBA0EEB9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4964" b="60312"/>
          <a:stretch>
            <a:fillRect/>
          </a:stretch>
        </p:blipFill>
        <p:spPr>
          <a:xfrm>
            <a:off x="620047" y="2389239"/>
            <a:ext cx="6105218" cy="2636752"/>
          </a:xfrm>
          <a:prstGeom prst="rect">
            <a:avLst/>
          </a:prstGeom>
        </p:spPr>
      </p:pic>
      <p:pic>
        <p:nvPicPr>
          <p:cNvPr id="10" name="그림 9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018E927-4233-999C-4E19-95B1DA0621E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56321" r="76766" b="23874"/>
          <a:stretch>
            <a:fillRect/>
          </a:stretch>
        </p:blipFill>
        <p:spPr>
          <a:xfrm>
            <a:off x="588190" y="5320977"/>
            <a:ext cx="1385998" cy="1469492"/>
          </a:xfrm>
          <a:prstGeom prst="rect">
            <a:avLst/>
          </a:prstGeom>
        </p:spPr>
      </p:pic>
      <p:pic>
        <p:nvPicPr>
          <p:cNvPr id="13" name="그림 12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1D5ABBA-A5C7-F689-E911-402639ED89C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77895" r="76766" b="1"/>
          <a:stretch>
            <a:fillRect/>
          </a:stretch>
        </p:blipFill>
        <p:spPr>
          <a:xfrm>
            <a:off x="1904814" y="5235677"/>
            <a:ext cx="1385998" cy="1640092"/>
          </a:xfrm>
          <a:prstGeom prst="rect">
            <a:avLst/>
          </a:prstGeom>
        </p:spPr>
      </p:pic>
      <p:pic>
        <p:nvPicPr>
          <p:cNvPr id="17" name="그림 16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AD2FEFA-5FFA-DF0B-D208-69F6C42B63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5265" y="941541"/>
            <a:ext cx="4236045" cy="553214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96B8D85-4CE6-1E5A-971B-1ED853CA831D}"/>
              </a:ext>
            </a:extLst>
          </p:cNvPr>
          <p:cNvSpPr txBox="1"/>
          <p:nvPr/>
        </p:nvSpPr>
        <p:spPr>
          <a:xfrm>
            <a:off x="3540822" y="5296237"/>
            <a:ext cx="266172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 err="1">
                <a:highlight>
                  <a:srgbClr val="FFFF00"/>
                </a:highlight>
              </a:rPr>
              <a:t>안정정렬</a:t>
            </a:r>
            <a:r>
              <a:rPr lang="ko-KR" altLang="en-US" sz="2000" dirty="0">
                <a:highlight>
                  <a:srgbClr val="FFFF00"/>
                </a:highlight>
              </a:rPr>
              <a:t> 필요</a:t>
            </a:r>
            <a:endParaRPr lang="en-US" altLang="ko-KR" sz="2000" dirty="0">
              <a:highlight>
                <a:srgbClr val="FFFF00"/>
              </a:highlight>
            </a:endParaRPr>
          </a:p>
          <a:p>
            <a:pPr algn="ctr"/>
            <a:r>
              <a:rPr lang="en-US" altLang="ko-KR" sz="2000" dirty="0">
                <a:highlight>
                  <a:srgbClr val="FFFF00"/>
                </a:highlight>
              </a:rPr>
              <a:t>+</a:t>
            </a:r>
          </a:p>
          <a:p>
            <a:pPr algn="ctr"/>
            <a:r>
              <a:rPr lang="ko-KR" altLang="en-US" sz="2000" dirty="0">
                <a:highlight>
                  <a:srgbClr val="FFFF00"/>
                </a:highlight>
              </a:rPr>
              <a:t>정렬함수 재정의 필요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9" name="잉크 18">
                <a:extLst>
                  <a:ext uri="{FF2B5EF4-FFF2-40B4-BE49-F238E27FC236}">
                    <a16:creationId xmlns:a16="http://schemas.microsoft.com/office/drawing/2014/main" id="{EE33E8C6-94FD-6438-F4B3-216F7AE603EF}"/>
                  </a:ext>
                </a:extLst>
              </p14:cNvPr>
              <p14:cNvContentPartPr/>
              <p14:nvPr/>
            </p14:nvContentPartPr>
            <p14:xfrm>
              <a:off x="1046671" y="3332764"/>
              <a:ext cx="3068640" cy="720"/>
            </p14:xfrm>
          </p:contentPart>
        </mc:Choice>
        <mc:Fallback>
          <p:pic>
            <p:nvPicPr>
              <p:cNvPr id="19" name="잉크 18">
                <a:extLst>
                  <a:ext uri="{FF2B5EF4-FFF2-40B4-BE49-F238E27FC236}">
                    <a16:creationId xmlns:a16="http://schemas.microsoft.com/office/drawing/2014/main" id="{EE33E8C6-94FD-6438-F4B3-216F7AE603E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40191" y="3320524"/>
                <a:ext cx="308088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20" name="잉크 19">
                <a:extLst>
                  <a:ext uri="{FF2B5EF4-FFF2-40B4-BE49-F238E27FC236}">
                    <a16:creationId xmlns:a16="http://schemas.microsoft.com/office/drawing/2014/main" id="{A6410913-A36D-ABD6-DE1E-90197D0387B1}"/>
                  </a:ext>
                </a:extLst>
              </p14:cNvPr>
              <p14:cNvContentPartPr/>
              <p14:nvPr/>
            </p14:nvContentPartPr>
            <p14:xfrm>
              <a:off x="6105391" y="-1032956"/>
              <a:ext cx="360" cy="360"/>
            </p14:xfrm>
          </p:contentPart>
        </mc:Choice>
        <mc:Fallback>
          <p:pic>
            <p:nvPicPr>
              <p:cNvPr id="20" name="잉크 19">
                <a:extLst>
                  <a:ext uri="{FF2B5EF4-FFF2-40B4-BE49-F238E27FC236}">
                    <a16:creationId xmlns:a16="http://schemas.microsoft.com/office/drawing/2014/main" id="{A6410913-A36D-ABD6-DE1E-90197D0387B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099271" y="-1039076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602782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5E5BC-3D73-B668-6C4E-F864D2963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18017E-7031-02F4-AAFE-BA6DA8F96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정렬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F5A2FB-6447-1A64-9CB8-B4EA1199E2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BOJ 10814. </a:t>
            </a:r>
            <a:r>
              <a:rPr lang="ko-KR" altLang="en-US" dirty="0"/>
              <a:t>나이순 정렬</a:t>
            </a:r>
            <a:endParaRPr lang="en-US" altLang="ko-KR" dirty="0"/>
          </a:p>
          <a:p>
            <a:pPr lvl="1"/>
            <a:r>
              <a:rPr lang="ko-KR" altLang="en-US" dirty="0"/>
              <a:t>추가학습</a:t>
            </a:r>
            <a:r>
              <a:rPr lang="en-US" altLang="ko-KR" dirty="0"/>
              <a:t>:</a:t>
            </a:r>
          </a:p>
          <a:p>
            <a:pPr marL="457200" lvl="1" indent="0">
              <a:buNone/>
            </a:pPr>
            <a:r>
              <a:rPr lang="en-US" altLang="ko-KR" dirty="0"/>
              <a:t>	- C++</a:t>
            </a:r>
            <a:r>
              <a:rPr lang="ko-KR" altLang="en-US" dirty="0"/>
              <a:t>의 </a:t>
            </a:r>
            <a:r>
              <a:rPr lang="en-US" altLang="ko-KR" dirty="0"/>
              <a:t>pair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2" name="잉크 11">
                <a:extLst>
                  <a:ext uri="{FF2B5EF4-FFF2-40B4-BE49-F238E27FC236}">
                    <a16:creationId xmlns:a16="http://schemas.microsoft.com/office/drawing/2014/main" id="{6554DFE2-7A81-CCF9-8FC5-BBE5C3A804A9}"/>
                  </a:ext>
                </a:extLst>
              </p14:cNvPr>
              <p14:cNvContentPartPr/>
              <p14:nvPr/>
            </p14:nvContentPartPr>
            <p14:xfrm>
              <a:off x="6606871" y="-1106756"/>
              <a:ext cx="360" cy="360"/>
            </p14:xfrm>
          </p:contentPart>
        </mc:Choice>
        <mc:Fallback>
          <p:pic>
            <p:nvPicPr>
              <p:cNvPr id="12" name="잉크 11">
                <a:extLst>
                  <a:ext uri="{FF2B5EF4-FFF2-40B4-BE49-F238E27FC236}">
                    <a16:creationId xmlns:a16="http://schemas.microsoft.com/office/drawing/2014/main" id="{6554DFE2-7A81-CCF9-8FC5-BBE5C3A804A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600751" y="-1112876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17" name="그림 16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43E97FA-A45E-26FF-03AC-97A705C628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5265" y="941541"/>
            <a:ext cx="4236045" cy="553214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0" name="잉크 19">
                <a:extLst>
                  <a:ext uri="{FF2B5EF4-FFF2-40B4-BE49-F238E27FC236}">
                    <a16:creationId xmlns:a16="http://schemas.microsoft.com/office/drawing/2014/main" id="{54A50BDE-AB5F-756D-C901-CD7F55A67D11}"/>
                  </a:ext>
                </a:extLst>
              </p14:cNvPr>
              <p14:cNvContentPartPr/>
              <p14:nvPr/>
            </p14:nvContentPartPr>
            <p14:xfrm>
              <a:off x="6105391" y="-1032956"/>
              <a:ext cx="360" cy="360"/>
            </p14:xfrm>
          </p:contentPart>
        </mc:Choice>
        <mc:Fallback>
          <p:pic>
            <p:nvPicPr>
              <p:cNvPr id="20" name="잉크 19">
                <a:extLst>
                  <a:ext uri="{FF2B5EF4-FFF2-40B4-BE49-F238E27FC236}">
                    <a16:creationId xmlns:a16="http://schemas.microsoft.com/office/drawing/2014/main" id="{54A50BDE-AB5F-756D-C901-CD7F55A67D1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099271" y="-1039076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940106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49FA9-9FE5-35E6-92B6-496CD1CB2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E27C28-576A-7CBD-49D0-504E91D53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정렬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51CBE4-A100-D8AB-D4BF-409E5000A2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BOJ 11650. </a:t>
            </a:r>
            <a:r>
              <a:rPr lang="ko-KR" altLang="en-US" dirty="0"/>
              <a:t>좌표 정렬하기</a:t>
            </a:r>
            <a:endParaRPr lang="en-US" altLang="ko-KR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2" name="잉크 11">
                <a:extLst>
                  <a:ext uri="{FF2B5EF4-FFF2-40B4-BE49-F238E27FC236}">
                    <a16:creationId xmlns:a16="http://schemas.microsoft.com/office/drawing/2014/main" id="{1FEFD3C0-699F-B5F6-A674-9860B372F577}"/>
                  </a:ext>
                </a:extLst>
              </p14:cNvPr>
              <p14:cNvContentPartPr/>
              <p14:nvPr/>
            </p14:nvContentPartPr>
            <p14:xfrm>
              <a:off x="6606871" y="-1106756"/>
              <a:ext cx="360" cy="360"/>
            </p14:xfrm>
          </p:contentPart>
        </mc:Choice>
        <mc:Fallback>
          <p:pic>
            <p:nvPicPr>
              <p:cNvPr id="12" name="잉크 11">
                <a:extLst>
                  <a:ext uri="{FF2B5EF4-FFF2-40B4-BE49-F238E27FC236}">
                    <a16:creationId xmlns:a16="http://schemas.microsoft.com/office/drawing/2014/main" id="{1FEFD3C0-699F-B5F6-A674-9860B372F57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600751" y="-1112876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0" name="잉크 19">
                <a:extLst>
                  <a:ext uri="{FF2B5EF4-FFF2-40B4-BE49-F238E27FC236}">
                    <a16:creationId xmlns:a16="http://schemas.microsoft.com/office/drawing/2014/main" id="{349A77B7-35AE-C7B3-7FC9-46C6DFE77AA6}"/>
                  </a:ext>
                </a:extLst>
              </p14:cNvPr>
              <p14:cNvContentPartPr/>
              <p14:nvPr/>
            </p14:nvContentPartPr>
            <p14:xfrm>
              <a:off x="6105391" y="-1032956"/>
              <a:ext cx="360" cy="360"/>
            </p14:xfrm>
          </p:contentPart>
        </mc:Choice>
        <mc:Fallback>
          <p:pic>
            <p:nvPicPr>
              <p:cNvPr id="20" name="잉크 19">
                <a:extLst>
                  <a:ext uri="{FF2B5EF4-FFF2-40B4-BE49-F238E27FC236}">
                    <a16:creationId xmlns:a16="http://schemas.microsoft.com/office/drawing/2014/main" id="{349A77B7-35AE-C7B3-7FC9-46C6DFE77AA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099271" y="-1039076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7" name="그림 6" descr="텍스트, 스크린샷, 소프트웨어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5BB4CBE-1A6E-F871-8A16-71684BADED3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58228"/>
          <a:stretch>
            <a:fillRect/>
          </a:stretch>
        </p:blipFill>
        <p:spPr>
          <a:xfrm>
            <a:off x="625446" y="2301527"/>
            <a:ext cx="5707329" cy="2864714"/>
          </a:xfrm>
          <a:prstGeom prst="rect">
            <a:avLst/>
          </a:prstGeom>
        </p:spPr>
      </p:pic>
      <p:pic>
        <p:nvPicPr>
          <p:cNvPr id="9" name="그림 8" descr="텍스트, 스크린샷, 소프트웨어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88F56CC-E09B-96B4-8C45-004E1DC16B1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59" t="42795" r="76702" b="30127"/>
          <a:stretch>
            <a:fillRect/>
          </a:stretch>
        </p:blipFill>
        <p:spPr>
          <a:xfrm>
            <a:off x="615737" y="5121067"/>
            <a:ext cx="1229906" cy="1736933"/>
          </a:xfrm>
          <a:prstGeom prst="rect">
            <a:avLst/>
          </a:prstGeom>
        </p:spPr>
      </p:pic>
      <p:pic>
        <p:nvPicPr>
          <p:cNvPr id="11" name="그림 10" descr="텍스트, 스크린샷, 소프트웨어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49FD186-189B-D70F-421B-5C73417A56D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72539" r="78860" b="4357"/>
          <a:stretch>
            <a:fillRect/>
          </a:stretch>
        </p:blipFill>
        <p:spPr>
          <a:xfrm>
            <a:off x="1845643" y="5126882"/>
            <a:ext cx="1206545" cy="1584567"/>
          </a:xfrm>
          <a:prstGeom prst="rect">
            <a:avLst/>
          </a:prstGeom>
        </p:spPr>
      </p:pic>
      <p:pic>
        <p:nvPicPr>
          <p:cNvPr id="14" name="그림 13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DF6B2EA-8734-0AEC-D60D-078E3C1099C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42484" y="1113292"/>
            <a:ext cx="4495403" cy="524118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9" name="잉크 18">
                <a:extLst>
                  <a:ext uri="{FF2B5EF4-FFF2-40B4-BE49-F238E27FC236}">
                    <a16:creationId xmlns:a16="http://schemas.microsoft.com/office/drawing/2014/main" id="{39C41C46-B318-15CA-8148-BCB7E42CAC34}"/>
                  </a:ext>
                </a:extLst>
              </p14:cNvPr>
              <p14:cNvContentPartPr/>
              <p14:nvPr/>
            </p14:nvContentPartPr>
            <p14:xfrm>
              <a:off x="2536351" y="3008044"/>
              <a:ext cx="3657600" cy="15120"/>
            </p14:xfrm>
          </p:contentPart>
        </mc:Choice>
        <mc:Fallback>
          <p:pic>
            <p:nvPicPr>
              <p:cNvPr id="19" name="잉크 18">
                <a:extLst>
                  <a:ext uri="{FF2B5EF4-FFF2-40B4-BE49-F238E27FC236}">
                    <a16:creationId xmlns:a16="http://schemas.microsoft.com/office/drawing/2014/main" id="{39C41C46-B318-15CA-8148-BCB7E42CAC3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530231" y="3001924"/>
                <a:ext cx="3669840" cy="27360"/>
              </a:xfrm>
              <a:prstGeom prst="rect">
                <a:avLst/>
              </a:prstGeom>
            </p:spPr>
          </p:pic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5018C96A-F101-F4BA-0FAE-7E3E3312A82C}"/>
              </a:ext>
            </a:extLst>
          </p:cNvPr>
          <p:cNvSpPr txBox="1"/>
          <p:nvPr/>
        </p:nvSpPr>
        <p:spPr>
          <a:xfrm>
            <a:off x="3479110" y="4929100"/>
            <a:ext cx="480970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highlight>
                  <a:srgbClr val="FFFF00"/>
                </a:highlight>
              </a:rPr>
              <a:t>데이터가 점</a:t>
            </a:r>
            <a:endParaRPr lang="en-US" altLang="ko-KR" sz="2000" dirty="0">
              <a:highlight>
                <a:srgbClr val="FFFF00"/>
              </a:highlight>
            </a:endParaRPr>
          </a:p>
          <a:p>
            <a:pPr marL="342900" indent="-342900">
              <a:buFont typeface="Wingdings" panose="05000000000000000000" pitchFamily="2" charset="2"/>
              <a:buChar char="è"/>
            </a:pPr>
            <a:r>
              <a:rPr lang="en-US" altLang="ko-KR" sz="2000" dirty="0">
                <a:highlight>
                  <a:srgbClr val="FFFF00"/>
                </a:highlight>
              </a:rPr>
              <a:t>Pair </a:t>
            </a:r>
            <a:r>
              <a:rPr lang="ko-KR" altLang="en-US" sz="2000" dirty="0">
                <a:highlight>
                  <a:srgbClr val="FFFF00"/>
                </a:highlight>
              </a:rPr>
              <a:t>사용</a:t>
            </a:r>
            <a:endParaRPr lang="en-US" altLang="ko-KR" sz="2000" dirty="0">
              <a:highlight>
                <a:srgbClr val="FFFF00"/>
              </a:highlight>
            </a:endParaRPr>
          </a:p>
          <a:p>
            <a:pPr marL="342900" indent="-342900">
              <a:buFont typeface="Wingdings" panose="05000000000000000000" pitchFamily="2" charset="2"/>
              <a:buChar char="è"/>
            </a:pPr>
            <a:endParaRPr lang="en-US" altLang="ko-KR" sz="2000" dirty="0">
              <a:highlight>
                <a:srgbClr val="FFFF00"/>
              </a:highlight>
            </a:endParaRPr>
          </a:p>
          <a:p>
            <a:r>
              <a:rPr lang="ko-KR" altLang="en-US" sz="2000" dirty="0">
                <a:highlight>
                  <a:srgbClr val="FFFF00"/>
                </a:highlight>
              </a:rPr>
              <a:t>정렬 함수의 정의대로임</a:t>
            </a:r>
            <a:endParaRPr lang="en-US" altLang="ko-KR" sz="2000" dirty="0">
              <a:highlight>
                <a:srgbClr val="FFFF00"/>
              </a:highlight>
            </a:endParaRPr>
          </a:p>
          <a:p>
            <a:r>
              <a:rPr lang="en-US" altLang="ko-KR" sz="2000" dirty="0">
                <a:highlight>
                  <a:srgbClr val="FFFF00"/>
                </a:highlight>
              </a:rPr>
              <a:t>-&gt; </a:t>
            </a:r>
            <a:r>
              <a:rPr lang="ko-KR" altLang="en-US" sz="2000" dirty="0">
                <a:highlight>
                  <a:srgbClr val="FFFF00"/>
                </a:highlight>
              </a:rPr>
              <a:t>따로 재정의 필요 </a:t>
            </a:r>
            <a:r>
              <a:rPr lang="en-US" altLang="ko-KR" sz="2000" dirty="0">
                <a:highlight>
                  <a:srgbClr val="FFFF00"/>
                </a:highlight>
              </a:rPr>
              <a:t>X</a:t>
            </a:r>
            <a:endParaRPr lang="ko-KR" altLang="en-US" sz="200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7096936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48F7AD-5BE0-219A-3F29-642DCCE76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08483D-401A-F8BB-79C5-4B2C95464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정렬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6633588-D7AC-5592-BF0C-CE0AE3D861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BOJ 1181. </a:t>
            </a:r>
            <a:r>
              <a:rPr lang="ko-KR" altLang="en-US" dirty="0"/>
              <a:t>단어 정렬</a:t>
            </a:r>
            <a:endParaRPr lang="en-US" altLang="ko-KR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2" name="잉크 11">
                <a:extLst>
                  <a:ext uri="{FF2B5EF4-FFF2-40B4-BE49-F238E27FC236}">
                    <a16:creationId xmlns:a16="http://schemas.microsoft.com/office/drawing/2014/main" id="{0B7FC36C-9078-1CE6-17EB-26ADFA099F22}"/>
                  </a:ext>
                </a:extLst>
              </p14:cNvPr>
              <p14:cNvContentPartPr/>
              <p14:nvPr/>
            </p14:nvContentPartPr>
            <p14:xfrm>
              <a:off x="6606871" y="-1106756"/>
              <a:ext cx="360" cy="360"/>
            </p14:xfrm>
          </p:contentPart>
        </mc:Choice>
        <mc:Fallback>
          <p:pic>
            <p:nvPicPr>
              <p:cNvPr id="12" name="잉크 11">
                <a:extLst>
                  <a:ext uri="{FF2B5EF4-FFF2-40B4-BE49-F238E27FC236}">
                    <a16:creationId xmlns:a16="http://schemas.microsoft.com/office/drawing/2014/main" id="{0B7FC36C-9078-1CE6-17EB-26ADFA099F2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600751" y="-1112876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0" name="잉크 19">
                <a:extLst>
                  <a:ext uri="{FF2B5EF4-FFF2-40B4-BE49-F238E27FC236}">
                    <a16:creationId xmlns:a16="http://schemas.microsoft.com/office/drawing/2014/main" id="{029E70AC-9189-E520-5B8A-8F544DC10FA6}"/>
                  </a:ext>
                </a:extLst>
              </p14:cNvPr>
              <p14:cNvContentPartPr/>
              <p14:nvPr/>
            </p14:nvContentPartPr>
            <p14:xfrm>
              <a:off x="6105391" y="-1032956"/>
              <a:ext cx="360" cy="360"/>
            </p14:xfrm>
          </p:contentPart>
        </mc:Choice>
        <mc:Fallback>
          <p:pic>
            <p:nvPicPr>
              <p:cNvPr id="20" name="잉크 19">
                <a:extLst>
                  <a:ext uri="{FF2B5EF4-FFF2-40B4-BE49-F238E27FC236}">
                    <a16:creationId xmlns:a16="http://schemas.microsoft.com/office/drawing/2014/main" id="{029E70AC-9189-E520-5B8A-8F544DC10FA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099271" y="-1039076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5" name="그림 4" descr="텍스트, 스크린샷, 번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0CF2E68-91CB-A2F7-7DB5-46BE5A38E1F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51688"/>
          <a:stretch>
            <a:fillRect/>
          </a:stretch>
        </p:blipFill>
        <p:spPr>
          <a:xfrm>
            <a:off x="536603" y="2212258"/>
            <a:ext cx="6900756" cy="3313264"/>
          </a:xfrm>
          <a:prstGeom prst="rect">
            <a:avLst/>
          </a:prstGeom>
        </p:spPr>
      </p:pic>
      <p:pic>
        <p:nvPicPr>
          <p:cNvPr id="8" name="그림 7" descr="텍스트, 스크린샷, 번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E55ED5B-7920-617B-800C-AE7DFBB290D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" t="50000" r="83614" b="3666"/>
          <a:stretch>
            <a:fillRect/>
          </a:stretch>
        </p:blipFill>
        <p:spPr>
          <a:xfrm>
            <a:off x="2982194" y="4538173"/>
            <a:ext cx="825493" cy="2319827"/>
          </a:xfrm>
          <a:prstGeom prst="rect">
            <a:avLst/>
          </a:prstGeom>
        </p:spPr>
      </p:pic>
      <p:pic>
        <p:nvPicPr>
          <p:cNvPr id="13" name="그림 12" descr="텍스트, 스크린샷, 번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8885A0A-E2D3-8217-0359-C8F8794F0B4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50000" t="50000" r="33615" b="11612"/>
          <a:stretch>
            <a:fillRect/>
          </a:stretch>
        </p:blipFill>
        <p:spPr>
          <a:xfrm>
            <a:off x="4016071" y="4534949"/>
            <a:ext cx="996378" cy="2319827"/>
          </a:xfrm>
          <a:prstGeom prst="rect">
            <a:avLst/>
          </a:prstGeom>
        </p:spPr>
      </p:pic>
      <p:pic>
        <p:nvPicPr>
          <p:cNvPr id="16" name="그림 15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479EDF5-4015-83BF-7C32-B8C3DEF2B95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83888" y="1204886"/>
            <a:ext cx="4908112" cy="546496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C7D230E-79EC-1BC3-945B-D6BDAB8D9F42}"/>
              </a:ext>
            </a:extLst>
          </p:cNvPr>
          <p:cNvSpPr txBox="1"/>
          <p:nvPr/>
        </p:nvSpPr>
        <p:spPr>
          <a:xfrm>
            <a:off x="3160598" y="2903733"/>
            <a:ext cx="29447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highlight>
                  <a:srgbClr val="FFFF00"/>
                </a:highlight>
              </a:rPr>
              <a:t>정렬 함수 재정의 필요</a:t>
            </a:r>
            <a:r>
              <a:rPr lang="en-US" altLang="ko-KR" sz="2000" dirty="0">
                <a:highlight>
                  <a:srgbClr val="FFFF00"/>
                </a:highlight>
              </a:rPr>
              <a:t>, </a:t>
            </a:r>
            <a:r>
              <a:rPr lang="ko-KR" altLang="en-US" sz="2000" dirty="0">
                <a:highlight>
                  <a:srgbClr val="FFFF00"/>
                </a:highlight>
              </a:rPr>
              <a:t>중복 요소 제거 필요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2" name="잉크 21">
                <a:extLst>
                  <a:ext uri="{FF2B5EF4-FFF2-40B4-BE49-F238E27FC236}">
                    <a16:creationId xmlns:a16="http://schemas.microsoft.com/office/drawing/2014/main" id="{264A324C-DB48-D148-DAAD-05439EB3E263}"/>
                  </a:ext>
                </a:extLst>
              </p14:cNvPr>
              <p14:cNvContentPartPr/>
              <p14:nvPr/>
            </p14:nvContentPartPr>
            <p14:xfrm>
              <a:off x="795751" y="3686644"/>
              <a:ext cx="1711080" cy="15120"/>
            </p14:xfrm>
          </p:contentPart>
        </mc:Choice>
        <mc:Fallback>
          <p:pic>
            <p:nvPicPr>
              <p:cNvPr id="22" name="잉크 21">
                <a:extLst>
                  <a:ext uri="{FF2B5EF4-FFF2-40B4-BE49-F238E27FC236}">
                    <a16:creationId xmlns:a16="http://schemas.microsoft.com/office/drawing/2014/main" id="{264A324C-DB48-D148-DAAD-05439EB3E26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89631" y="3680524"/>
                <a:ext cx="1723320" cy="27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925483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B405B-8F6C-019B-06F1-B8A1AAE08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FB4729-ABA0-BA83-F76D-AF7561915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정렬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4638D6-AC4D-46FB-FB6C-B7FE86A72E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BOJ 1181. </a:t>
            </a:r>
            <a:r>
              <a:rPr lang="ko-KR" altLang="en-US" dirty="0"/>
              <a:t>단어 정렬</a:t>
            </a:r>
            <a:endParaRPr lang="en-US" altLang="ko-KR" dirty="0"/>
          </a:p>
          <a:p>
            <a:pPr lvl="1"/>
            <a:r>
              <a:rPr lang="ko-KR" altLang="en-US" dirty="0"/>
              <a:t>추가학습</a:t>
            </a:r>
            <a:r>
              <a:rPr lang="en-US" altLang="ko-KR" dirty="0"/>
              <a:t>:</a:t>
            </a:r>
          </a:p>
          <a:p>
            <a:pPr marL="457200" lvl="1" indent="0">
              <a:buNone/>
            </a:pPr>
            <a:r>
              <a:rPr lang="en-US" altLang="ko-KR" dirty="0"/>
              <a:t>	- C++</a:t>
            </a:r>
            <a:r>
              <a:rPr lang="ko-KR" altLang="en-US" dirty="0"/>
              <a:t>의 </a:t>
            </a:r>
            <a:r>
              <a:rPr lang="en-US" altLang="ko-KR" dirty="0"/>
              <a:t>string </a:t>
            </a:r>
            <a:r>
              <a:rPr lang="ko-KR" altLang="en-US" dirty="0"/>
              <a:t>사용 시 문자 사전 기준</a:t>
            </a:r>
            <a:endParaRPr lang="en-US" altLang="ko-KR" dirty="0"/>
          </a:p>
          <a:p>
            <a:pPr marL="457200" lvl="1" indent="0">
              <a:buNone/>
            </a:pPr>
            <a:r>
              <a:rPr lang="en-US" altLang="ko-KR" dirty="0"/>
              <a:t>	  </a:t>
            </a:r>
            <a:r>
              <a:rPr lang="ko-KR" altLang="en-US" dirty="0"/>
              <a:t>비교 방법</a:t>
            </a:r>
            <a:r>
              <a:rPr lang="en-US" altLang="ko-KR" dirty="0"/>
              <a:t>(&lt;, &gt; </a:t>
            </a:r>
            <a:r>
              <a:rPr lang="ko-KR" altLang="en-US" dirty="0"/>
              <a:t>사용</a:t>
            </a:r>
            <a:r>
              <a:rPr lang="en-US" altLang="ko-KR" dirty="0"/>
              <a:t>)</a:t>
            </a:r>
          </a:p>
          <a:p>
            <a:pPr marL="457200" lvl="1" indent="0">
              <a:buNone/>
            </a:pPr>
            <a:r>
              <a:rPr lang="en-US" altLang="ko-KR" dirty="0"/>
              <a:t>	- vector</a:t>
            </a:r>
            <a:r>
              <a:rPr lang="ko-KR" altLang="en-US" dirty="0"/>
              <a:t>에서 중복 요소 제거 방법</a:t>
            </a:r>
            <a:r>
              <a:rPr lang="en-US" altLang="ko-KR" dirty="0"/>
              <a:t>(erase,</a:t>
            </a:r>
          </a:p>
          <a:p>
            <a:pPr marL="457200" lvl="1" indent="0">
              <a:buNone/>
            </a:pPr>
            <a:r>
              <a:rPr lang="en-US" altLang="ko-KR" dirty="0"/>
              <a:t>	  unique </a:t>
            </a:r>
            <a:r>
              <a:rPr lang="ko-KR" altLang="en-US" dirty="0"/>
              <a:t>사용</a:t>
            </a:r>
            <a:r>
              <a:rPr lang="en-US" altLang="ko-KR" dirty="0"/>
              <a:t>)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2" name="잉크 11">
                <a:extLst>
                  <a:ext uri="{FF2B5EF4-FFF2-40B4-BE49-F238E27FC236}">
                    <a16:creationId xmlns:a16="http://schemas.microsoft.com/office/drawing/2014/main" id="{4B818DF7-D433-8FC5-29DE-20063CCE2281}"/>
                  </a:ext>
                </a:extLst>
              </p14:cNvPr>
              <p14:cNvContentPartPr/>
              <p14:nvPr/>
            </p14:nvContentPartPr>
            <p14:xfrm>
              <a:off x="6606871" y="-1106756"/>
              <a:ext cx="360" cy="360"/>
            </p14:xfrm>
          </p:contentPart>
        </mc:Choice>
        <mc:Fallback>
          <p:pic>
            <p:nvPicPr>
              <p:cNvPr id="12" name="잉크 11">
                <a:extLst>
                  <a:ext uri="{FF2B5EF4-FFF2-40B4-BE49-F238E27FC236}">
                    <a16:creationId xmlns:a16="http://schemas.microsoft.com/office/drawing/2014/main" id="{4B818DF7-D433-8FC5-29DE-20063CCE228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600751" y="-1112876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0" name="잉크 19">
                <a:extLst>
                  <a:ext uri="{FF2B5EF4-FFF2-40B4-BE49-F238E27FC236}">
                    <a16:creationId xmlns:a16="http://schemas.microsoft.com/office/drawing/2014/main" id="{B0EA6629-2F2F-5F7B-3A35-81D909971B20}"/>
                  </a:ext>
                </a:extLst>
              </p14:cNvPr>
              <p14:cNvContentPartPr/>
              <p14:nvPr/>
            </p14:nvContentPartPr>
            <p14:xfrm>
              <a:off x="6105391" y="-1032956"/>
              <a:ext cx="360" cy="360"/>
            </p14:xfrm>
          </p:contentPart>
        </mc:Choice>
        <mc:Fallback>
          <p:pic>
            <p:nvPicPr>
              <p:cNvPr id="20" name="잉크 19">
                <a:extLst>
                  <a:ext uri="{FF2B5EF4-FFF2-40B4-BE49-F238E27FC236}">
                    <a16:creationId xmlns:a16="http://schemas.microsoft.com/office/drawing/2014/main" id="{B0EA6629-2F2F-5F7B-3A35-81D909971B2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099271" y="-1039076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16" name="그림 15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499650B-D2FB-488D-705F-814835AF00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83888" y="1204886"/>
            <a:ext cx="4908112" cy="5464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7763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194315-A808-13C9-6DF8-A11814FB4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4DC7CB-D681-9E3D-4FA6-0FF8556C1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이분 탐색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C8D1FD3-B34F-3B40-FB73-9935262DE6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8914" y="1690688"/>
            <a:ext cx="6474885" cy="4486275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등 개념 정리 </a:t>
            </a:r>
            <a:r>
              <a:rPr lang="en-US" altLang="ko-KR" dirty="0"/>
              <a:t>&amp; </a:t>
            </a:r>
            <a:r>
              <a:rPr lang="ko-KR" altLang="en-US" dirty="0"/>
              <a:t>학습 </a:t>
            </a:r>
            <a:endParaRPr lang="en-US" altLang="ko-KR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2" name="잉크 11">
                <a:extLst>
                  <a:ext uri="{FF2B5EF4-FFF2-40B4-BE49-F238E27FC236}">
                    <a16:creationId xmlns:a16="http://schemas.microsoft.com/office/drawing/2014/main" id="{98963ED4-B6BC-A0DA-4E6A-F19B9F16F68C}"/>
                  </a:ext>
                </a:extLst>
              </p14:cNvPr>
              <p14:cNvContentPartPr/>
              <p14:nvPr/>
            </p14:nvContentPartPr>
            <p14:xfrm>
              <a:off x="6606871" y="-1106756"/>
              <a:ext cx="360" cy="360"/>
            </p14:xfrm>
          </p:contentPart>
        </mc:Choice>
        <mc:Fallback>
          <p:pic>
            <p:nvPicPr>
              <p:cNvPr id="12" name="잉크 11">
                <a:extLst>
                  <a:ext uri="{FF2B5EF4-FFF2-40B4-BE49-F238E27FC236}">
                    <a16:creationId xmlns:a16="http://schemas.microsoft.com/office/drawing/2014/main" id="{98963ED4-B6BC-A0DA-4E6A-F19B9F16F68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600751" y="-1112876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0" name="잉크 19">
                <a:extLst>
                  <a:ext uri="{FF2B5EF4-FFF2-40B4-BE49-F238E27FC236}">
                    <a16:creationId xmlns:a16="http://schemas.microsoft.com/office/drawing/2014/main" id="{34ADA429-A2D1-2E8B-F848-B69100906066}"/>
                  </a:ext>
                </a:extLst>
              </p14:cNvPr>
              <p14:cNvContentPartPr/>
              <p14:nvPr/>
            </p14:nvContentPartPr>
            <p14:xfrm>
              <a:off x="6105391" y="-1032956"/>
              <a:ext cx="360" cy="360"/>
            </p14:xfrm>
          </p:contentPart>
        </mc:Choice>
        <mc:Fallback>
          <p:pic>
            <p:nvPicPr>
              <p:cNvPr id="20" name="잉크 19">
                <a:extLst>
                  <a:ext uri="{FF2B5EF4-FFF2-40B4-BE49-F238E27FC236}">
                    <a16:creationId xmlns:a16="http://schemas.microsoft.com/office/drawing/2014/main" id="{34ADA429-A2D1-2E8B-F848-B6910090606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099271" y="-1039076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5" name="그림 4" descr="텍스트, 스크린샷, 소프트웨어, 웹 페이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622CF0D-05CA-EBA4-C5AA-56D5ACAA03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6579" y="1690688"/>
            <a:ext cx="2152305" cy="4802187"/>
          </a:xfrm>
          <a:prstGeom prst="rect">
            <a:avLst/>
          </a:prstGeom>
        </p:spPr>
      </p:pic>
      <p:pic>
        <p:nvPicPr>
          <p:cNvPr id="7" name="그림 6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6650312-31A7-11C9-9842-99386915EAF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75064" y="1690688"/>
            <a:ext cx="1887671" cy="4802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3916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B5FA47-3E7E-13BA-C8EA-4C3BE4992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0504B6-8BC8-0B48-6E0D-11A133C34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이분 탐색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4718DF5-FF73-A983-606F-C869341A1B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BOJ 1920. </a:t>
            </a:r>
            <a:r>
              <a:rPr lang="ko-KR" altLang="en-US" dirty="0"/>
              <a:t>수 찾기</a:t>
            </a:r>
            <a:endParaRPr lang="en-US" altLang="ko-KR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2" name="잉크 11">
                <a:extLst>
                  <a:ext uri="{FF2B5EF4-FFF2-40B4-BE49-F238E27FC236}">
                    <a16:creationId xmlns:a16="http://schemas.microsoft.com/office/drawing/2014/main" id="{34DB01EF-61D9-57D4-9144-895F86CE91F6}"/>
                  </a:ext>
                </a:extLst>
              </p14:cNvPr>
              <p14:cNvContentPartPr/>
              <p14:nvPr/>
            </p14:nvContentPartPr>
            <p14:xfrm>
              <a:off x="6606871" y="-1106756"/>
              <a:ext cx="360" cy="360"/>
            </p14:xfrm>
          </p:contentPart>
        </mc:Choice>
        <mc:Fallback>
          <p:pic>
            <p:nvPicPr>
              <p:cNvPr id="12" name="잉크 11">
                <a:extLst>
                  <a:ext uri="{FF2B5EF4-FFF2-40B4-BE49-F238E27FC236}">
                    <a16:creationId xmlns:a16="http://schemas.microsoft.com/office/drawing/2014/main" id="{34DB01EF-61D9-57D4-9144-895F86CE91F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600751" y="-1112876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0" name="잉크 19">
                <a:extLst>
                  <a:ext uri="{FF2B5EF4-FFF2-40B4-BE49-F238E27FC236}">
                    <a16:creationId xmlns:a16="http://schemas.microsoft.com/office/drawing/2014/main" id="{4D9BF315-3F5F-C1D9-927A-24BB4810614A}"/>
                  </a:ext>
                </a:extLst>
              </p14:cNvPr>
              <p14:cNvContentPartPr/>
              <p14:nvPr/>
            </p14:nvContentPartPr>
            <p14:xfrm>
              <a:off x="6105391" y="-1032956"/>
              <a:ext cx="360" cy="360"/>
            </p14:xfrm>
          </p:contentPart>
        </mc:Choice>
        <mc:Fallback>
          <p:pic>
            <p:nvPicPr>
              <p:cNvPr id="20" name="잉크 19">
                <a:extLst>
                  <a:ext uri="{FF2B5EF4-FFF2-40B4-BE49-F238E27FC236}">
                    <a16:creationId xmlns:a16="http://schemas.microsoft.com/office/drawing/2014/main" id="{4D9BF315-3F5F-C1D9-927A-24BB4810614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099271" y="-1039076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5" name="그림 4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FF4D4CC-E0DC-D7A3-0C98-CED9AF58925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14727" y="365125"/>
            <a:ext cx="4800139" cy="6307043"/>
          </a:xfrm>
          <a:prstGeom prst="rect">
            <a:avLst/>
          </a:prstGeom>
        </p:spPr>
      </p:pic>
      <p:pic>
        <p:nvPicPr>
          <p:cNvPr id="7" name="그림 6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AC040A3-814A-4D42-8604-A493931C98E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21709" b="4202"/>
          <a:stretch>
            <a:fillRect/>
          </a:stretch>
        </p:blipFill>
        <p:spPr>
          <a:xfrm>
            <a:off x="701839" y="2410951"/>
            <a:ext cx="6460087" cy="408192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01F4B1-CEE8-7F18-6C9E-D615176E4BBE}"/>
              </a:ext>
            </a:extLst>
          </p:cNvPr>
          <p:cNvSpPr txBox="1"/>
          <p:nvPr/>
        </p:nvSpPr>
        <p:spPr>
          <a:xfrm>
            <a:off x="1886563" y="2276014"/>
            <a:ext cx="56058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highlight>
                  <a:srgbClr val="FFFF00"/>
                </a:highlight>
              </a:rPr>
              <a:t>중요 포인트</a:t>
            </a:r>
            <a:r>
              <a:rPr lang="en-US" altLang="ko-KR" sz="2000" dirty="0">
                <a:highlight>
                  <a:srgbClr val="FFFF00"/>
                </a:highlight>
              </a:rPr>
              <a:t>: </a:t>
            </a:r>
            <a:r>
              <a:rPr lang="ko-KR" altLang="en-US" sz="2000" dirty="0">
                <a:highlight>
                  <a:srgbClr val="FFFF00"/>
                </a:highlight>
              </a:rPr>
              <a:t>이분 탐색은 정렬된 데이터 사용</a:t>
            </a:r>
          </a:p>
        </p:txBody>
      </p:sp>
    </p:spTree>
    <p:extLst>
      <p:ext uri="{BB962C8B-B14F-4D97-AF65-F5344CB8AC3E}">
        <p14:creationId xmlns:p14="http://schemas.microsoft.com/office/powerpoint/2010/main" val="33534588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E0A3C7-5431-C5DE-2E2B-939CD719C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52F206-6A17-0BEF-DF25-063F48E4A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이분 탐색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FD3AC6F-4297-4347-67BB-027CC7B674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BOJ 10816. </a:t>
            </a:r>
            <a:r>
              <a:rPr lang="ko-KR" altLang="en-US" dirty="0"/>
              <a:t>숫자 카드</a:t>
            </a:r>
            <a:r>
              <a:rPr lang="en-US" altLang="ko-KR" dirty="0"/>
              <a:t> 2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2" name="잉크 11">
                <a:extLst>
                  <a:ext uri="{FF2B5EF4-FFF2-40B4-BE49-F238E27FC236}">
                    <a16:creationId xmlns:a16="http://schemas.microsoft.com/office/drawing/2014/main" id="{CF7BF68E-9069-9A5E-06C1-96F015097939}"/>
                  </a:ext>
                </a:extLst>
              </p14:cNvPr>
              <p14:cNvContentPartPr/>
              <p14:nvPr/>
            </p14:nvContentPartPr>
            <p14:xfrm>
              <a:off x="6606871" y="-1106756"/>
              <a:ext cx="360" cy="360"/>
            </p14:xfrm>
          </p:contentPart>
        </mc:Choice>
        <mc:Fallback>
          <p:pic>
            <p:nvPicPr>
              <p:cNvPr id="12" name="잉크 11">
                <a:extLst>
                  <a:ext uri="{FF2B5EF4-FFF2-40B4-BE49-F238E27FC236}">
                    <a16:creationId xmlns:a16="http://schemas.microsoft.com/office/drawing/2014/main" id="{CF7BF68E-9069-9A5E-06C1-96F01509793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600751" y="-1112876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0" name="잉크 19">
                <a:extLst>
                  <a:ext uri="{FF2B5EF4-FFF2-40B4-BE49-F238E27FC236}">
                    <a16:creationId xmlns:a16="http://schemas.microsoft.com/office/drawing/2014/main" id="{DE41A69E-A334-6EB9-E66D-229804EC2791}"/>
                  </a:ext>
                </a:extLst>
              </p14:cNvPr>
              <p14:cNvContentPartPr/>
              <p14:nvPr/>
            </p14:nvContentPartPr>
            <p14:xfrm>
              <a:off x="6105391" y="-1032956"/>
              <a:ext cx="360" cy="360"/>
            </p14:xfrm>
          </p:contentPart>
        </mc:Choice>
        <mc:Fallback>
          <p:pic>
            <p:nvPicPr>
              <p:cNvPr id="20" name="잉크 19">
                <a:extLst>
                  <a:ext uri="{FF2B5EF4-FFF2-40B4-BE49-F238E27FC236}">
                    <a16:creationId xmlns:a16="http://schemas.microsoft.com/office/drawing/2014/main" id="{DE41A69E-A334-6EB9-E66D-229804EC279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099271" y="-1039076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5" name="그림 4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8098B2F-FE9F-2B6A-2864-80C6E248984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1075" b="4139"/>
          <a:stretch>
            <a:fillRect/>
          </a:stretch>
        </p:blipFill>
        <p:spPr>
          <a:xfrm>
            <a:off x="677482" y="2271252"/>
            <a:ext cx="6662877" cy="4483509"/>
          </a:xfrm>
          <a:prstGeom prst="rect">
            <a:avLst/>
          </a:prstGeom>
        </p:spPr>
      </p:pic>
      <p:pic>
        <p:nvPicPr>
          <p:cNvPr id="7" name="그림 6" descr="텍스트, 스크린샷, 폰트, 문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BEFF368-3ACA-9E36-AF0C-1EF7DC9805C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33256" y="0"/>
            <a:ext cx="3876662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8F2901B-008A-E6E0-22E9-1D5F458C868C}"/>
              </a:ext>
            </a:extLst>
          </p:cNvPr>
          <p:cNvSpPr txBox="1"/>
          <p:nvPr/>
        </p:nvSpPr>
        <p:spPr>
          <a:xfrm>
            <a:off x="2432254" y="4527755"/>
            <a:ext cx="56058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 err="1">
                <a:highlight>
                  <a:srgbClr val="FFFF00"/>
                </a:highlight>
              </a:rPr>
              <a:t>Upper_bound</a:t>
            </a:r>
            <a:r>
              <a:rPr lang="en-US" altLang="ko-KR" sz="2000" dirty="0">
                <a:highlight>
                  <a:srgbClr val="FFFF00"/>
                </a:highlight>
              </a:rPr>
              <a:t>, </a:t>
            </a:r>
            <a:r>
              <a:rPr lang="en-US" altLang="ko-KR" sz="2000" dirty="0" err="1">
                <a:highlight>
                  <a:srgbClr val="FFFF00"/>
                </a:highlight>
              </a:rPr>
              <a:t>lower_bound</a:t>
            </a:r>
            <a:r>
              <a:rPr lang="ko-KR" altLang="en-US" sz="2000" dirty="0">
                <a:highlight>
                  <a:srgbClr val="FFFF00"/>
                </a:highlight>
              </a:rPr>
              <a:t>의 차로 숫자 카드 개수 구함</a:t>
            </a:r>
          </a:p>
        </p:txBody>
      </p:sp>
    </p:spTree>
    <p:extLst>
      <p:ext uri="{BB962C8B-B14F-4D97-AF65-F5344CB8AC3E}">
        <p14:creationId xmlns:p14="http://schemas.microsoft.com/office/powerpoint/2010/main" val="10858204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F50C0-23CD-A637-ADD6-38EC54E4E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6BD2AD-207E-B42A-FB57-04B005420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이분 탐색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8252A7-6CCE-CDA0-F720-84074EA671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BOJ 10816. </a:t>
            </a:r>
            <a:r>
              <a:rPr lang="ko-KR" altLang="en-US" dirty="0"/>
              <a:t>숫자 카드</a:t>
            </a:r>
            <a:r>
              <a:rPr lang="en-US" altLang="ko-KR" dirty="0"/>
              <a:t> 2</a:t>
            </a:r>
          </a:p>
          <a:p>
            <a:pPr lvl="1"/>
            <a:r>
              <a:rPr lang="ko-KR" altLang="en-US" dirty="0"/>
              <a:t>추가학습</a:t>
            </a:r>
            <a:r>
              <a:rPr lang="en-US" altLang="ko-KR" dirty="0"/>
              <a:t>:</a:t>
            </a:r>
          </a:p>
          <a:p>
            <a:pPr marL="457200" lvl="1" indent="0">
              <a:buNone/>
            </a:pPr>
            <a:r>
              <a:rPr lang="en-US" altLang="ko-KR" dirty="0"/>
              <a:t>	- C++</a:t>
            </a:r>
            <a:r>
              <a:rPr lang="ko-KR" altLang="en-US" dirty="0"/>
              <a:t>의 </a:t>
            </a:r>
            <a:r>
              <a:rPr lang="en-US" altLang="ko-KR" dirty="0"/>
              <a:t>iterator </a:t>
            </a:r>
            <a:r>
              <a:rPr lang="ko-KR" altLang="en-US" dirty="0"/>
              <a:t>개념 </a:t>
            </a:r>
            <a:r>
              <a:rPr lang="en-US" altLang="ko-KR" dirty="0"/>
              <a:t>&amp; </a:t>
            </a:r>
            <a:r>
              <a:rPr lang="ko-KR" altLang="en-US" dirty="0"/>
              <a:t>활용법 학습</a:t>
            </a:r>
            <a:endParaRPr lang="en-US" altLang="ko-KR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2" name="잉크 11">
                <a:extLst>
                  <a:ext uri="{FF2B5EF4-FFF2-40B4-BE49-F238E27FC236}">
                    <a16:creationId xmlns:a16="http://schemas.microsoft.com/office/drawing/2014/main" id="{7A3209D5-62B6-52DE-A624-0A49EF1902DB}"/>
                  </a:ext>
                </a:extLst>
              </p14:cNvPr>
              <p14:cNvContentPartPr/>
              <p14:nvPr/>
            </p14:nvContentPartPr>
            <p14:xfrm>
              <a:off x="6606871" y="-1106756"/>
              <a:ext cx="360" cy="360"/>
            </p14:xfrm>
          </p:contentPart>
        </mc:Choice>
        <mc:Fallback>
          <p:pic>
            <p:nvPicPr>
              <p:cNvPr id="12" name="잉크 11">
                <a:extLst>
                  <a:ext uri="{FF2B5EF4-FFF2-40B4-BE49-F238E27FC236}">
                    <a16:creationId xmlns:a16="http://schemas.microsoft.com/office/drawing/2014/main" id="{7A3209D5-62B6-52DE-A624-0A49EF1902D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600751" y="-1112876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0" name="잉크 19">
                <a:extLst>
                  <a:ext uri="{FF2B5EF4-FFF2-40B4-BE49-F238E27FC236}">
                    <a16:creationId xmlns:a16="http://schemas.microsoft.com/office/drawing/2014/main" id="{43A181F1-A64A-2491-9F5E-8D92ED43C4D5}"/>
                  </a:ext>
                </a:extLst>
              </p14:cNvPr>
              <p14:cNvContentPartPr/>
              <p14:nvPr/>
            </p14:nvContentPartPr>
            <p14:xfrm>
              <a:off x="6105391" y="-1032956"/>
              <a:ext cx="360" cy="360"/>
            </p14:xfrm>
          </p:contentPart>
        </mc:Choice>
        <mc:Fallback>
          <p:pic>
            <p:nvPicPr>
              <p:cNvPr id="20" name="잉크 19">
                <a:extLst>
                  <a:ext uri="{FF2B5EF4-FFF2-40B4-BE49-F238E27FC236}">
                    <a16:creationId xmlns:a16="http://schemas.microsoft.com/office/drawing/2014/main" id="{43A181F1-A64A-2491-9F5E-8D92ED43C4D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099271" y="-1039076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그림 3" descr="텍스트, 스크린샷, 폰트, 문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EBC0079-5CB1-38D8-D2DC-1B6E719E0C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3256" y="0"/>
            <a:ext cx="38766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9942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3B8BD-4DE5-DE60-CDA9-FFB361083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13F7EE-157D-CC8D-8BF1-A14D0307E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이분 탐색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43A3386-BCCE-6509-15C0-2A49ED5A57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BOJ 1654. </a:t>
            </a:r>
            <a:r>
              <a:rPr lang="ko-KR" altLang="en-US" dirty="0" err="1"/>
              <a:t>랜선</a:t>
            </a:r>
            <a:r>
              <a:rPr lang="ko-KR" altLang="en-US" dirty="0"/>
              <a:t> 자르기</a:t>
            </a:r>
            <a:endParaRPr lang="en-US" altLang="ko-KR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2" name="잉크 11">
                <a:extLst>
                  <a:ext uri="{FF2B5EF4-FFF2-40B4-BE49-F238E27FC236}">
                    <a16:creationId xmlns:a16="http://schemas.microsoft.com/office/drawing/2014/main" id="{C28AD020-FE18-4D62-9236-71FD76561199}"/>
                  </a:ext>
                </a:extLst>
              </p14:cNvPr>
              <p14:cNvContentPartPr/>
              <p14:nvPr/>
            </p14:nvContentPartPr>
            <p14:xfrm>
              <a:off x="6606871" y="-1106756"/>
              <a:ext cx="360" cy="360"/>
            </p14:xfrm>
          </p:contentPart>
        </mc:Choice>
        <mc:Fallback>
          <p:pic>
            <p:nvPicPr>
              <p:cNvPr id="12" name="잉크 11">
                <a:extLst>
                  <a:ext uri="{FF2B5EF4-FFF2-40B4-BE49-F238E27FC236}">
                    <a16:creationId xmlns:a16="http://schemas.microsoft.com/office/drawing/2014/main" id="{C28AD020-FE18-4D62-9236-71FD7656119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600751" y="-1112876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0" name="잉크 19">
                <a:extLst>
                  <a:ext uri="{FF2B5EF4-FFF2-40B4-BE49-F238E27FC236}">
                    <a16:creationId xmlns:a16="http://schemas.microsoft.com/office/drawing/2014/main" id="{ECABB08D-6BED-B62E-EC1F-77CB566D4D88}"/>
                  </a:ext>
                </a:extLst>
              </p14:cNvPr>
              <p14:cNvContentPartPr/>
              <p14:nvPr/>
            </p14:nvContentPartPr>
            <p14:xfrm>
              <a:off x="6105391" y="-1032956"/>
              <a:ext cx="360" cy="360"/>
            </p14:xfrm>
          </p:contentPart>
        </mc:Choice>
        <mc:Fallback>
          <p:pic>
            <p:nvPicPr>
              <p:cNvPr id="20" name="잉크 19">
                <a:extLst>
                  <a:ext uri="{FF2B5EF4-FFF2-40B4-BE49-F238E27FC236}">
                    <a16:creationId xmlns:a16="http://schemas.microsoft.com/office/drawing/2014/main" id="{ECABB08D-6BED-B62E-EC1F-77CB566D4D8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099271" y="-1039076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5" name="그림 4" descr="텍스트, 스크린샷, 문서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EC271CF-03B0-2AB2-3CD0-620C3BF1A5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70563" y="0"/>
            <a:ext cx="2894126" cy="6858000"/>
          </a:xfrm>
          <a:prstGeom prst="rect">
            <a:avLst/>
          </a:prstGeom>
        </p:spPr>
      </p:pic>
      <p:pic>
        <p:nvPicPr>
          <p:cNvPr id="8" name="그림 7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73B5736-5F51-757C-7331-96834BFA17A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200" y="2209129"/>
            <a:ext cx="5106137" cy="4648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8724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0A069B-4774-5BA0-DE01-72BA184C51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CA2218-F83B-F39A-5C87-F2B1E7A0F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이분 탐색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9F6F656-2CF5-9E52-E3F4-CAC6E65FC7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BOJ 2805. </a:t>
            </a:r>
            <a:r>
              <a:rPr lang="ko-KR" altLang="en-US" dirty="0"/>
              <a:t>나무 자르기</a:t>
            </a:r>
            <a:endParaRPr lang="en-US" altLang="ko-KR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2" name="잉크 11">
                <a:extLst>
                  <a:ext uri="{FF2B5EF4-FFF2-40B4-BE49-F238E27FC236}">
                    <a16:creationId xmlns:a16="http://schemas.microsoft.com/office/drawing/2014/main" id="{6564C9F7-7E14-04F1-1F9D-6D4C6C391946}"/>
                  </a:ext>
                </a:extLst>
              </p14:cNvPr>
              <p14:cNvContentPartPr/>
              <p14:nvPr/>
            </p14:nvContentPartPr>
            <p14:xfrm>
              <a:off x="6606871" y="-1106756"/>
              <a:ext cx="360" cy="360"/>
            </p14:xfrm>
          </p:contentPart>
        </mc:Choice>
        <mc:Fallback>
          <p:pic>
            <p:nvPicPr>
              <p:cNvPr id="12" name="잉크 11">
                <a:extLst>
                  <a:ext uri="{FF2B5EF4-FFF2-40B4-BE49-F238E27FC236}">
                    <a16:creationId xmlns:a16="http://schemas.microsoft.com/office/drawing/2014/main" id="{6564C9F7-7E14-04F1-1F9D-6D4C6C39194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600751" y="-1112876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0" name="잉크 19">
                <a:extLst>
                  <a:ext uri="{FF2B5EF4-FFF2-40B4-BE49-F238E27FC236}">
                    <a16:creationId xmlns:a16="http://schemas.microsoft.com/office/drawing/2014/main" id="{C8B80B32-6743-3F74-CBB1-B992E9FA9D74}"/>
                  </a:ext>
                </a:extLst>
              </p14:cNvPr>
              <p14:cNvContentPartPr/>
              <p14:nvPr/>
            </p14:nvContentPartPr>
            <p14:xfrm>
              <a:off x="6105391" y="-1032956"/>
              <a:ext cx="360" cy="360"/>
            </p14:xfrm>
          </p:contentPart>
        </mc:Choice>
        <mc:Fallback>
          <p:pic>
            <p:nvPicPr>
              <p:cNvPr id="20" name="잉크 19">
                <a:extLst>
                  <a:ext uri="{FF2B5EF4-FFF2-40B4-BE49-F238E27FC236}">
                    <a16:creationId xmlns:a16="http://schemas.microsoft.com/office/drawing/2014/main" id="{C8B80B32-6743-3F74-CBB1-B992E9FA9D7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099271" y="-1039076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그림 5" descr="텍스트, 스크린샷, 폰트, 문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77154F3-4DFF-F925-4BBE-AD9AA4424C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59415" y="0"/>
            <a:ext cx="2920008" cy="6858000"/>
          </a:xfrm>
          <a:prstGeom prst="rect">
            <a:avLst/>
          </a:prstGeom>
        </p:spPr>
      </p:pic>
      <p:pic>
        <p:nvPicPr>
          <p:cNvPr id="8" name="그림 7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E0C216E-CE11-2AB7-BB6B-443A2C89397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200" y="2314308"/>
            <a:ext cx="4264741" cy="4543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8409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90F2E-5FAD-0162-7382-A05BE8162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A79B3F-965F-7EE3-70BB-3F07E0B21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Week 2 </a:t>
            </a:r>
            <a:r>
              <a:rPr lang="ko-KR" altLang="en-US" dirty="0"/>
              <a:t>목표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F363BE4-6B22-D1BB-D4A1-CDA72182B0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74490"/>
            <a:ext cx="9972368" cy="380247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altLang="ko-KR" sz="5600" dirty="0"/>
              <a:t>DFS,</a:t>
            </a:r>
            <a:r>
              <a:rPr lang="ko-KR" altLang="en-US" sz="5600" dirty="0"/>
              <a:t> </a:t>
            </a:r>
            <a:r>
              <a:rPr lang="en-US" altLang="ko-KR" sz="5600" dirty="0"/>
              <a:t>BFS</a:t>
            </a:r>
            <a:r>
              <a:rPr lang="ko-KR" altLang="en-US" sz="5600" dirty="0"/>
              <a:t> 기본 </a:t>
            </a:r>
            <a:r>
              <a:rPr lang="ko-KR" altLang="en-US" sz="5600" dirty="0" err="1"/>
              <a:t>마스터하긔</a:t>
            </a:r>
            <a:r>
              <a:rPr lang="en-US" altLang="ko-KR" sz="5600" dirty="0"/>
              <a:t>~</a:t>
            </a:r>
          </a:p>
          <a:p>
            <a:pPr marL="0" indent="0" algn="ctr">
              <a:buNone/>
            </a:pPr>
            <a:endParaRPr lang="en-US" altLang="ko-KR" sz="5600" dirty="0"/>
          </a:p>
          <a:p>
            <a:pPr marL="0" indent="0" algn="ctr">
              <a:buNone/>
            </a:pPr>
            <a:r>
              <a:rPr lang="ko-KR" altLang="en-US" sz="5600" dirty="0"/>
              <a:t>앙❤️</a:t>
            </a:r>
            <a:endParaRPr lang="en-US" altLang="ko-KR" sz="56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2" name="잉크 11">
                <a:extLst>
                  <a:ext uri="{FF2B5EF4-FFF2-40B4-BE49-F238E27FC236}">
                    <a16:creationId xmlns:a16="http://schemas.microsoft.com/office/drawing/2014/main" id="{3AE9B1CF-5314-01B7-612A-943652876F20}"/>
                  </a:ext>
                </a:extLst>
              </p14:cNvPr>
              <p14:cNvContentPartPr/>
              <p14:nvPr/>
            </p14:nvContentPartPr>
            <p14:xfrm>
              <a:off x="6606871" y="-1106756"/>
              <a:ext cx="360" cy="360"/>
            </p14:xfrm>
          </p:contentPart>
        </mc:Choice>
        <mc:Fallback>
          <p:pic>
            <p:nvPicPr>
              <p:cNvPr id="12" name="잉크 11">
                <a:extLst>
                  <a:ext uri="{FF2B5EF4-FFF2-40B4-BE49-F238E27FC236}">
                    <a16:creationId xmlns:a16="http://schemas.microsoft.com/office/drawing/2014/main" id="{3AE9B1CF-5314-01B7-612A-943652876F2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600751" y="-1112876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0" name="잉크 19">
                <a:extLst>
                  <a:ext uri="{FF2B5EF4-FFF2-40B4-BE49-F238E27FC236}">
                    <a16:creationId xmlns:a16="http://schemas.microsoft.com/office/drawing/2014/main" id="{CA152FE8-05CE-C02D-6F3C-65E97C8D0276}"/>
                  </a:ext>
                </a:extLst>
              </p14:cNvPr>
              <p14:cNvContentPartPr/>
              <p14:nvPr/>
            </p14:nvContentPartPr>
            <p14:xfrm>
              <a:off x="6105391" y="-1032956"/>
              <a:ext cx="360" cy="360"/>
            </p14:xfrm>
          </p:contentPart>
        </mc:Choice>
        <mc:Fallback>
          <p:pic>
            <p:nvPicPr>
              <p:cNvPr id="20" name="잉크 19">
                <a:extLst>
                  <a:ext uri="{FF2B5EF4-FFF2-40B4-BE49-F238E27FC236}">
                    <a16:creationId xmlns:a16="http://schemas.microsoft.com/office/drawing/2014/main" id="{CA152FE8-05CE-C02D-6F3C-65E97C8D027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099271" y="-1039076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828561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354</Words>
  <Application>Microsoft Office PowerPoint</Application>
  <PresentationFormat>와이드스크린</PresentationFormat>
  <Paragraphs>84</Paragraphs>
  <Slides>17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1" baseType="lpstr">
      <vt:lpstr>맑은 고딕</vt:lpstr>
      <vt:lpstr>Arial</vt:lpstr>
      <vt:lpstr>Wingdings</vt:lpstr>
      <vt:lpstr>Office 테마</vt:lpstr>
      <vt:lpstr>코테 준비 스터디 Week 1</vt:lpstr>
      <vt:lpstr>0. 전체적인 계획</vt:lpstr>
      <vt:lpstr>1. 정렬</vt:lpstr>
      <vt:lpstr>1. 정렬</vt:lpstr>
      <vt:lpstr>1. 정렬</vt:lpstr>
      <vt:lpstr>1. 정렬</vt:lpstr>
      <vt:lpstr>1. 정렬</vt:lpstr>
      <vt:lpstr>1. 정렬</vt:lpstr>
      <vt:lpstr>1. 정렬</vt:lpstr>
      <vt:lpstr>1. 정렬</vt:lpstr>
      <vt:lpstr>2. 이분 탐색</vt:lpstr>
      <vt:lpstr>2. 이분 탐색</vt:lpstr>
      <vt:lpstr>2. 이분 탐색</vt:lpstr>
      <vt:lpstr>2. 이분 탐색</vt:lpstr>
      <vt:lpstr>2. 이분 탐색</vt:lpstr>
      <vt:lpstr>2. 이분 탐색</vt:lpstr>
      <vt:lpstr>3. Week 2 목표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소현 임</dc:creator>
  <cp:lastModifiedBy>소현 임</cp:lastModifiedBy>
  <cp:revision>1</cp:revision>
  <dcterms:created xsi:type="dcterms:W3CDTF">2026-01-11T09:11:01Z</dcterms:created>
  <dcterms:modified xsi:type="dcterms:W3CDTF">2026-01-11T10:19:52Z</dcterms:modified>
</cp:coreProperties>
</file>